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theme/theme1.xml" ContentType="application/vnd.openxmlformats-officedocument.theme+xml"/>
  <Override PartName="/docProps/app.xml" ContentType="application/vnd.openxmlformats-officedocument.extended-properties+xml"/>
  <Override PartName="/ppt/notesSlides/notesSlide4.xml" ContentType="application/vnd.openxmlformats-officedocument.presentationml.notesSlid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notesSlides/notesSlide7.xml" ContentType="application/vnd.openxmlformats-officedocument.presentationml.notesSlide+xml"/>
  <Override PartName="/ppt/presentation.xml" ContentType="application/vnd.openxmlformats-officedocument.presentationml.presentation.main+xml"/>
  <Override PartName="/ppt/notesSlides/notesSlide9.xml" ContentType="application/vnd.openxmlformats-officedocument.presentationml.notesSlide+xml"/>
  <Override PartName="/ppt/diagrams/quickStyle2.xml" ContentType="application/vnd.openxmlformats-officedocument.drawingml.diagramQuickStyle+xml"/>
  <Override PartName="/ppt/slides/slide8.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Override PartName="/ppt/diagrams/data2.xml" ContentType="application/vnd.openxmlformats-officedocument.drawingml.diagramData+xml"/>
  <Override PartName="/ppt/slides/slide14.xml" ContentType="application/vnd.openxmlformats-officedocument.presentationml.slide+xml"/>
  <Override PartName="/ppt/notesSlides/notesSlide1.xml" ContentType="application/vnd.openxmlformats-officedocument.presentationml.notesSlide+xml"/>
  <Override PartName="/ppt/diagrams/data3.xml" ContentType="application/vnd.openxmlformats-officedocument.drawingml.diagramData+xml"/>
  <Override PartName="/ppt/slideLayouts/slideLayout1.xml" ContentType="application/vnd.openxmlformats-officedocument.presentationml.slideLayout+xml"/>
  <Override PartName="/ppt/slides/slide12.xml" ContentType="application/vnd.openxmlformats-officedocument.presentationml.slide+xml"/>
  <Override PartName="/ppt/diagrams/quickStyle3.xml" ContentType="application/vnd.openxmlformats-officedocument.drawingml.diagramQuickStyle+xml"/>
  <Override PartName="/ppt/notesSlides/notesSlide8.xml" ContentType="application/vnd.openxmlformats-officedocument.presentationml.notesSlide+xml"/>
  <Override PartName="/ppt/diagrams/quickStyle1.xml" ContentType="application/vnd.openxmlformats-officedocument.drawingml.diagramQuickStyle+xml"/>
  <Override PartName="/ppt/slides/slide3.xml" ContentType="application/vnd.openxmlformats-officedocument.presentationml.slide+xml"/>
  <Override PartName="/ppt/diagrams/layout3.xml" ContentType="application/vnd.openxmlformats-officedocument.drawingml.diagramLayout+xml"/>
  <Override PartName="/ppt/diagrams/layout1.xml" ContentType="application/vnd.openxmlformats-officedocument.drawingml.diagramLayout+xml"/>
  <Override PartName="/docProps/core.xml" ContentType="application/vnd.openxmlformats-package.core-properties+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xml" ContentType="application/vnd.openxmlformats-officedocument.presentationml.slide+xml"/>
  <Override PartName="/ppt/diagrams/layout2.xml" ContentType="application/vnd.openxmlformats-officedocument.drawingml.diagramLayout+xml"/>
  <Override PartName="/ppt/diagrams/drawing1.xml" ContentType="application/vnd.openxmlformats-officedocument.drawingml.diagramDrawing+xml"/>
  <Override PartName="/ppt/diagrams/drawing3.xml" ContentType="application/vnd.openxmlformats-officedocument.drawingml.diagramDrawing+xml"/>
  <Override PartName="/ppt/slideLayouts/slideLayout2.xml" ContentType="application/vnd.openxmlformats-officedocument.presentationml.slideLayout+xml"/>
  <Override PartName="/ppt/diagrams/drawing2.xml" ContentType="application/vnd.openxmlformats-officedocument.drawingml.diagramDrawing+xml"/>
  <Override PartName="/ppt/diagrams/colors2.xml" ContentType="application/vnd.openxmlformats-officedocument.drawingml.diagramColors+xml"/>
  <Override PartName="/ppt/slideLayouts/slideLayout4.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s/slide7.xml" ContentType="application/vnd.openxmlformats-officedocument.presentationml.slid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s/slide1.xml" ContentType="application/vnd.openxmlformats-officedocument.presentationml.slide+xml"/>
  <Override PartName="/ppt/notesMasters/notesMaster1.xml" ContentType="application/vnd.openxmlformats-officedocument.presentationml.notesMaster+xml"/>
  <Override PartName="/ppt/slides/slide6.xml" ContentType="application/vnd.openxmlformats-officedocument.presentationml.slide+xml"/>
  <Override PartName="/ppt/theme/theme2.xml" ContentType="application/vnd.openxmlformats-officedocument.theme+xml"/>
  <Override PartName="/ppt/slides/slide13.xml" ContentType="application/vnd.openxmlformats-officedocument.presentationml.slide+xml"/>
  <Override PartName="/ppt/notesSlides/notesSlide6.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11.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8"/>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75" d="100"/>
          <a:sy n="75" d="100"/>
        </p:scale>
        <p:origin x="893" y="-91"/>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notesMaster" Target="notesMasters/notesMaster1.xml"/><Relationship Id="rId19" Type="http://schemas.openxmlformats.org/officeDocument/2006/relationships/presProps" Target="presProps.xml" /><Relationship Id="rId20" Type="http://schemas.openxmlformats.org/officeDocument/2006/relationships/tableStyles" Target="tableStyles.xml" /><Relationship Id="rId21" Type="http://schemas.openxmlformats.org/officeDocument/2006/relationships/viewProps" Target="viewProps.xml" /></Relationships>
</file>

<file path=ppt/diagrams/_rels/data1.xml.rels><?xml version="1.0" encoding="UTF-8" standalone="yes"?><Relationships xmlns="http://schemas.openxmlformats.org/package/2006/relationships"></Relationships>
</file>

<file path=ppt/diagrams/_rels/data2.xml.rels><?xml version="1.0" encoding="UTF-8" standalone="yes"?><Relationships xmlns="http://schemas.openxmlformats.org/package/2006/relationships"></Relationships>
</file>

<file path=ppt/diagrams/_rels/data3.xml.rels><?xml version="1.0" encoding="UTF-8" standalone="yes"?><Relationships xmlns="http://schemas.openxmlformats.org/package/2006/relationships"></Relationships>
</file>

<file path=ppt/diagrams/_rels/drawing1.xml.rels><?xml version="1.0" encoding="UTF-8" standalone="yes"?><Relationships xmlns="http://schemas.openxmlformats.org/package/2006/relationships"></Relationships>
</file>

<file path=ppt/diagrams/_rels/drawing2.xml.rels><?xml version="1.0" encoding="UTF-8" standalone="yes"?><Relationships xmlns="http://schemas.openxmlformats.org/package/2006/relationships"></Relationships>
</file>

<file path=ppt/diagrams/_rels/drawing3.xml.rels><?xml version="1.0" encoding="UTF-8" standalone="yes"?><Relationships xmlns="http://schemas.openxmlformats.org/package/2006/relationships"></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alignNode1">
    <dgm:fillClrLst hueDir="cw" meth="repeat">
      <a:schemeClr val="accent1"/>
    </dgm:fillClrLst>
    <dgm:linClrLst hueDir="cw" meth="repeat">
      <a:schemeClr val="accent1"/>
    </dgm:linClrLst>
    <dgm:effectClrLst hueDir="cw" meth="span"/>
    <dgm:txLinClrLst hueDir="cw" meth="span"/>
    <dgm:txFillClrLst hueDir="cw" meth="span"/>
    <dgm:txEffectClrLst hueDir="cw" meth="span"/>
  </dgm:styleLbl>
  <dgm:styleLbl name="node1">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lnNode1">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vennNode1">
    <dgm:fillClrLst hueDir="cw" meth="repeat">
      <a:schemeClr val="accent1">
        <a:alpha val="50000"/>
      </a:schemeClr>
    </dgm:fillClrLst>
    <dgm:linClrLst hueDir="cw" meth="repeat">
      <a:schemeClr val="lt1"/>
    </dgm:linClrLst>
    <dgm:effectClrLst hueDir="cw" meth="span"/>
    <dgm:txLinClrLst hueDir="cw" meth="span"/>
    <dgm:txFillClrLst hueDir="cw" meth="span"/>
    <dgm:txEffectClrLst hueDir="cw" meth="span"/>
  </dgm:styleLbl>
  <dgm:styleLbl name="node2">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node3">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node4">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fgImgPlace1">
    <dgm:fillClrLst hueDir="cw" meth="repeat">
      <a:schemeClr val="accent1">
        <a:tint val="50000"/>
      </a:schemeClr>
    </dgm:fillClrLst>
    <dgm:linClrLst hueDir="cw" meth="repeat">
      <a:schemeClr val="lt1"/>
    </dgm:linClrLst>
    <dgm:effectClrLst hueDir="cw" meth="span"/>
    <dgm:txLinClrLst hueDir="cw" meth="span"/>
    <dgm:txFillClrLst hueDir="cw" meth="repeat">
      <a:schemeClr val="lt1"/>
    </dgm:txFillClrLst>
    <dgm:txEffectClrLst hueDir="cw" meth="span"/>
  </dgm:styleLbl>
  <dgm:styleLbl name="alignImgPlace1">
    <dgm:fillClrLst hueDir="cw" meth="repeat">
      <a:schemeClr val="accent1">
        <a:tint val="50000"/>
      </a:schemeClr>
    </dgm:fillClrLst>
    <dgm:linClrLst hueDir="cw" meth="repeat">
      <a:schemeClr val="lt1"/>
    </dgm:linClrLst>
    <dgm:effectClrLst hueDir="cw" meth="span"/>
    <dgm:txLinClrLst hueDir="cw" meth="span"/>
    <dgm:txFillClrLst hueDir="cw" meth="repeat">
      <a:schemeClr val="lt1"/>
    </dgm:txFillClrLst>
    <dgm:txEffectClrLst hueDir="cw" meth="span"/>
  </dgm:styleLbl>
  <dgm:styleLbl name="bgImgPlace1">
    <dgm:fillClrLst hueDir="cw" meth="repeat">
      <a:schemeClr val="accent1">
        <a:tint val="50000"/>
      </a:schemeClr>
    </dgm:fillClrLst>
    <dgm:linClrLst hueDir="cw" meth="repeat">
      <a:schemeClr val="lt1"/>
    </dgm:linClrLst>
    <dgm:effectClrLst hueDir="cw" meth="span"/>
    <dgm:txLinClrLst hueDir="cw" meth="span"/>
    <dgm:txFillClrLst hueDir="cw" meth="repeat">
      <a:schemeClr val="lt1"/>
    </dgm:txFillClrLst>
    <dgm:txEffectClrLst hueDir="cw" meth="span"/>
  </dgm:styleLbl>
  <dgm:styleLbl name="sibTrans2D1">
    <dgm:fillClrLst hueDir="cw" meth="repeat">
      <a:schemeClr val="accent1">
        <a:tint val="60000"/>
      </a:schemeClr>
    </dgm:fillClrLst>
    <dgm:linClrLst hueDir="cw" meth="repeat">
      <a:schemeClr val="accent1">
        <a:tint val="60000"/>
      </a:schemeClr>
    </dgm:linClrLst>
    <dgm:effectClrLst hueDir="cw" meth="span"/>
    <dgm:txLinClrLst hueDir="cw" meth="span"/>
    <dgm:txFillClrLst hueDir="cw" meth="span"/>
    <dgm:txEffectClrLst hueDir="cw" meth="span"/>
  </dgm:styleLbl>
  <dgm:styleLbl name="fgSibTrans2D1">
    <dgm:fillClrLst hueDir="cw" meth="repeat">
      <a:schemeClr val="accent1">
        <a:tint val="60000"/>
      </a:schemeClr>
    </dgm:fillClrLst>
    <dgm:linClrLst hueDir="cw" meth="repeat">
      <a:schemeClr val="accent1">
        <a:tint val="60000"/>
      </a:schemeClr>
    </dgm:linClrLst>
    <dgm:effectClrLst hueDir="cw" meth="span"/>
    <dgm:txLinClrLst hueDir="cw" meth="span"/>
    <dgm:txFillClrLst hueDir="cw" meth="span"/>
    <dgm:txEffectClrLst hueDir="cw" meth="span"/>
  </dgm:styleLbl>
  <dgm:styleLbl name="bgSibTrans2D1">
    <dgm:fillClrLst hueDir="cw" meth="repeat">
      <a:schemeClr val="accent1">
        <a:tint val="60000"/>
      </a:schemeClr>
    </dgm:fillClrLst>
    <dgm:linClrLst hueDir="cw" meth="repeat">
      <a:schemeClr val="accent1">
        <a:tint val="60000"/>
      </a:schemeClr>
    </dgm:linClrLst>
    <dgm:effectClrLst hueDir="cw" meth="span"/>
    <dgm:txLinClrLst hueDir="cw" meth="span"/>
    <dgm:txFillClrLst hueDir="cw" meth="span"/>
    <dgm:txEffectClrLst hueDir="cw" meth="span"/>
  </dgm:styleLbl>
  <dgm:styleLbl name="sibTrans1D1">
    <dgm:fillClrLst hueDir="cw" meth="repeat">
      <a:schemeClr val="accent1"/>
    </dgm:fillClrLst>
    <dgm:linClrLst hueDir="cw" meth="repeat">
      <a:schemeClr val="accent1"/>
    </dgm:linClrLst>
    <dgm:effectClrLst hueDir="cw" meth="span"/>
    <dgm:txLinClrLst hueDir="cw" meth="span"/>
    <dgm:txFillClrLst hueDir="cw" meth="repeat">
      <a:schemeClr val="tx1"/>
    </dgm:txFillClrLst>
    <dgm:txEffectClrLst hueDir="cw" meth="span"/>
  </dgm:styleLbl>
  <dgm:styleLbl name="callout">
    <dgm:fillClrLst hueDir="cw" meth="repeat">
      <a:schemeClr val="accent1"/>
    </dgm:fillClrLst>
    <dgm:linClrLst hueDir="cw" meth="repeat">
      <a:schemeClr val="accent1">
        <a:tint val="50000"/>
      </a:schemeClr>
    </dgm:linClrLst>
    <dgm:effectClrLst hueDir="cw" meth="span"/>
    <dgm:txLinClrLst hueDir="cw" meth="span"/>
    <dgm:txFillClrLst hueDir="cw" meth="repeat">
      <a:schemeClr val="tx1"/>
    </dgm:txFillClrLst>
    <dgm:txEffectClrLst hueDir="cw" meth="span"/>
  </dgm:styleLbl>
  <dgm:styleLbl name="asst0">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asst1">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asst2">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asst3">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asst4">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parChTrans2D1">
    <dgm:fillClrLst hueDir="cw" meth="repeat">
      <a:schemeClr val="accent1">
        <a:tint val="60000"/>
      </a:schemeClr>
    </dgm:fillClrLst>
    <dgm:linClrLst hueDir="cw" meth="repeat">
      <a:schemeClr val="accent1">
        <a:tint val="60000"/>
      </a:schemeClr>
    </dgm:linClrLst>
    <dgm:effectClrLst hueDir="cw" meth="span"/>
    <dgm:txLinClrLst hueDir="cw" meth="span"/>
    <dgm:txFillClrLst hueDir="cw" meth="repeat">
      <a:schemeClr val="lt1"/>
    </dgm:txFillClrLst>
    <dgm:txEffectClrLst hueDir="cw" meth="span"/>
  </dgm:styleLbl>
  <dgm:styleLbl name="parChTrans2D2">
    <dgm:fillClrLst hueDir="cw" meth="repeat">
      <a:schemeClr val="accent1"/>
    </dgm:fillClrLst>
    <dgm:linClrLst hueDir="cw" meth="repeat">
      <a:schemeClr val="accent1"/>
    </dgm:linClrLst>
    <dgm:effectClrLst hueDir="cw" meth="span"/>
    <dgm:txLinClrLst hueDir="cw" meth="span"/>
    <dgm:txFillClrLst hueDir="cw" meth="repeat">
      <a:schemeClr val="lt1"/>
    </dgm:txFillClrLst>
    <dgm:txEffectClrLst hueDir="cw" meth="span"/>
  </dgm:styleLbl>
  <dgm:styleLbl name="parChTrans2D3">
    <dgm:fillClrLst hueDir="cw" meth="repeat">
      <a:schemeClr val="accent1"/>
    </dgm:fillClrLst>
    <dgm:linClrLst hueDir="cw" meth="repeat">
      <a:schemeClr val="accent1"/>
    </dgm:linClrLst>
    <dgm:effectClrLst hueDir="cw" meth="span"/>
    <dgm:txLinClrLst hueDir="cw" meth="span"/>
    <dgm:txFillClrLst hueDir="cw" meth="repeat">
      <a:schemeClr val="lt1"/>
    </dgm:txFillClrLst>
    <dgm:txEffectClrLst hueDir="cw" meth="span"/>
  </dgm:styleLbl>
  <dgm:styleLbl name="parChTrans2D4">
    <dgm:fillClrLst hueDir="cw" meth="repeat">
      <a:schemeClr val="accent1"/>
    </dgm:fillClrLst>
    <dgm:linClrLst hueDir="cw" meth="repeat">
      <a:schemeClr val="accent1"/>
    </dgm:linClrLst>
    <dgm:effectClrLst hueDir="cw" meth="span"/>
    <dgm:txLinClrLst hueDir="cw" meth="span"/>
    <dgm:txFillClrLst hueDir="cw" meth="repeat">
      <a:schemeClr val="lt1"/>
    </dgm:txFillClrLst>
    <dgm:txEffectClrLst hueDir="cw" meth="span"/>
  </dgm:styleLbl>
  <dgm:styleLbl name="parChTrans1D1">
    <dgm:fillClrLst hueDir="cw" meth="repeat">
      <a:schemeClr val="accent1"/>
    </dgm:fillClrLst>
    <dgm:linClrLst hueDir="cw" meth="repeat">
      <a:schemeClr val="accent1">
        <a:shade val="60000"/>
      </a:schemeClr>
    </dgm:linClrLst>
    <dgm:effectClrLst hueDir="cw" meth="span"/>
    <dgm:txLinClrLst hueDir="cw" meth="span"/>
    <dgm:txFillClrLst hueDir="cw" meth="repeat">
      <a:schemeClr val="tx1"/>
    </dgm:txFillClrLst>
    <dgm:txEffectClrLst hueDir="cw" meth="span"/>
  </dgm:styleLbl>
  <dgm:styleLbl name="parChTrans1D2">
    <dgm:fillClrLst hueDir="cw" meth="repeat">
      <a:schemeClr val="accent1"/>
    </dgm:fillClrLst>
    <dgm:linClrLst hueDir="cw" meth="repeat">
      <a:schemeClr val="accent1">
        <a:shade val="60000"/>
      </a:schemeClr>
    </dgm:linClrLst>
    <dgm:effectClrLst hueDir="cw" meth="span"/>
    <dgm:txLinClrLst hueDir="cw" meth="span"/>
    <dgm:txFillClrLst hueDir="cw" meth="repeat">
      <a:schemeClr val="tx1"/>
    </dgm:txFillClrLst>
    <dgm:txEffectClrLst hueDir="cw" meth="span"/>
  </dgm:styleLbl>
  <dgm:styleLbl name="parChTrans1D3">
    <dgm:fillClrLst hueDir="cw" meth="repeat">
      <a:schemeClr val="accent1"/>
    </dgm:fillClrLst>
    <dgm:linClrLst hueDir="cw" meth="repeat">
      <a:schemeClr val="accent1">
        <a:shade val="80000"/>
      </a:schemeClr>
    </dgm:linClrLst>
    <dgm:effectClrLst hueDir="cw" meth="span"/>
    <dgm:txLinClrLst hueDir="cw" meth="span"/>
    <dgm:txFillClrLst hueDir="cw" meth="repeat">
      <a:schemeClr val="tx1"/>
    </dgm:txFillClrLst>
    <dgm:txEffectClrLst hueDir="cw" meth="span"/>
  </dgm:styleLbl>
  <dgm:styleLbl name="parChTrans1D4">
    <dgm:fillClrLst hueDir="cw" meth="repeat">
      <a:schemeClr val="accent1"/>
    </dgm:fillClrLst>
    <dgm:linClrLst hueDir="cw" meth="repeat">
      <a:schemeClr val="accent1">
        <a:shade val="80000"/>
      </a:schemeClr>
    </dgm:linClrLst>
    <dgm:effectClrLst hueDir="cw" meth="span"/>
    <dgm:txLinClrLst hueDir="cw" meth="span"/>
    <dgm:txFillClrLst hueDir="cw" meth="repeat">
      <a:schemeClr val="tx1"/>
    </dgm:txFillClrLst>
    <dgm:txEffectClrLst hueDir="cw" meth="span"/>
  </dgm:styleLbl>
  <dgm:styleLbl name="fgAcc1">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conFgAcc1">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alignAcc1">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trAlignAcc1">
    <dgm:fillClrLst hueDir="cw" meth="repeat">
      <a:schemeClr val="lt1">
        <a:alpha val="4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bgAcc1">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solidFgAcc1">
    <dgm:fillClrLst hueDir="cw" meth="repeat">
      <a:schemeClr val="lt1"/>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solidAlignAcc1">
    <dgm:fillClrLst hueDir="cw" meth="repeat">
      <a:schemeClr val="lt1"/>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solidBgAcc1">
    <dgm:fillClrLst hueDir="cw" meth="repeat">
      <a:schemeClr val="lt1"/>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fgAccFollowNode1">
    <dgm:fillClrLst hueDir="cw" meth="repeat">
      <a:schemeClr val="accent1">
        <a:alpha val="90000"/>
        <a:tint val="40000"/>
      </a:schemeClr>
    </dgm:fillClrLst>
    <dgm:linClrLst hueDir="cw" meth="repeat">
      <a:schemeClr val="accent1">
        <a:alpha val="90000"/>
        <a:tint val="40000"/>
      </a:schemeClr>
    </dgm:linClrLst>
    <dgm:effectClrLst hueDir="cw" meth="span"/>
    <dgm:txLinClrLst hueDir="cw" meth="span"/>
    <dgm:txFillClrLst hueDir="cw" meth="repeat">
      <a:schemeClr val="dk1"/>
    </dgm:txFillClrLst>
    <dgm:txEffectClrLst hueDir="cw" meth="span"/>
  </dgm:styleLbl>
  <dgm:styleLbl name="alignAccFollowNode1">
    <dgm:fillClrLst hueDir="cw" meth="repeat">
      <a:schemeClr val="accent1">
        <a:alpha val="90000"/>
        <a:tint val="40000"/>
      </a:schemeClr>
    </dgm:fillClrLst>
    <dgm:linClrLst hueDir="cw" meth="repeat">
      <a:schemeClr val="accent1">
        <a:alpha val="90000"/>
        <a:tint val="40000"/>
      </a:schemeClr>
    </dgm:linClrLst>
    <dgm:effectClrLst hueDir="cw" meth="span"/>
    <dgm:txLinClrLst hueDir="cw" meth="span"/>
    <dgm:txFillClrLst hueDir="cw" meth="repeat">
      <a:schemeClr val="dk1"/>
    </dgm:txFillClrLst>
    <dgm:txEffectClrLst hueDir="cw" meth="span"/>
  </dgm:styleLbl>
  <dgm:styleLbl name="bgAccFollowNode1">
    <dgm:fillClrLst hueDir="cw" meth="repeat">
      <a:schemeClr val="accent1">
        <a:alpha val="90000"/>
        <a:tint val="40000"/>
      </a:schemeClr>
    </dgm:fillClrLst>
    <dgm:linClrLst hueDir="cw" meth="repeat">
      <a:schemeClr val="accent1">
        <a:alpha val="90000"/>
        <a:tint val="40000"/>
      </a:schemeClr>
    </dgm:linClrLst>
    <dgm:effectClrLst hueDir="cw" meth="span"/>
    <dgm:txLinClrLst hueDir="cw" meth="span"/>
    <dgm:txFillClrLst hueDir="cw" meth="repeat">
      <a:schemeClr val="dk1"/>
    </dgm:txFillClrLst>
    <dgm:txEffectClrLst hueDir="cw" meth="span"/>
  </dgm:styleLbl>
  <dgm:styleLbl name="fgAcc0">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fgAcc2">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fgAcc3">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fgAcc4">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bgShp">
    <dgm:fillClrLst hueDir="cw" meth="repeat">
      <a:schemeClr val="accent1">
        <a:tint val="4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dkBgShp">
    <dgm:fillClrLst hueDir="cw" meth="repeat">
      <a:schemeClr val="accent1">
        <a:shade val="80000"/>
      </a:schemeClr>
    </dgm:fillClrLst>
    <dgm:linClrLst hueDir="cw" meth="repeat">
      <a:schemeClr val="accent1"/>
    </dgm:linClrLst>
    <dgm:effectClrLst hueDir="cw" meth="span"/>
    <dgm:txLinClrLst hueDir="cw" meth="span"/>
    <dgm:txFillClrLst hueDir="cw" meth="repeat">
      <a:schemeClr val="lt1"/>
    </dgm:txFillClrLst>
    <dgm:txEffectClrLst hueDir="cw" meth="span"/>
  </dgm:styleLbl>
  <dgm:styleLbl name="trBgShp">
    <dgm:fillClrLst hueDir="cw" meth="repeat">
      <a:schemeClr val="accent1">
        <a:tint val="50000"/>
        <a:alpha val="40000"/>
      </a:schemeClr>
    </dgm:fillClrLst>
    <dgm:linClrLst hueDir="cw" meth="repeat">
      <a:schemeClr val="accent1"/>
    </dgm:linClrLst>
    <dgm:effectClrLst hueDir="cw" meth="span"/>
    <dgm:txLinClrLst hueDir="cw" meth="span"/>
    <dgm:txFillClrLst hueDir="cw" meth="repeat">
      <a:schemeClr val="lt1"/>
    </dgm:txFillClrLst>
    <dgm:txEffectClrLst hueDir="cw" meth="span"/>
  </dgm:styleLbl>
  <dgm:styleLbl name="fgShp">
    <dgm:fillClrLst hueDir="cw" meth="repeat">
      <a:schemeClr val="accent1">
        <a:tint val="60000"/>
      </a:schemeClr>
    </dgm:fillClrLst>
    <dgm:linClrLst hueDir="cw" meth="repeat">
      <a:schemeClr val="lt1"/>
    </dgm:linClrLst>
    <dgm:effectClrLst hueDir="cw" meth="span"/>
    <dgm:txLinClrLst hueDir="cw" meth="span"/>
    <dgm:txFillClrLst hueDir="cw" meth="repeat">
      <a:schemeClr val="dk1"/>
    </dgm:txFillClrLst>
    <dgm:txEffectClrLst hueDir="cw" meth="span"/>
  </dgm:styleLbl>
  <dgm:styleLbl name="revTx">
    <dgm:fillClrLst hueDir="cw" meth="repeat">
      <a:schemeClr val="lt1">
        <a:alpha val="0"/>
      </a:schemeClr>
    </dgm:fillClrLst>
    <dgm:linClrLst hueDir="cw" meth="repeat">
      <a:schemeClr val="dk1">
        <a:alpha val="0"/>
      </a:schemeClr>
    </dgm:linClrLst>
    <dgm:effectClrLst hueDir="cw" meth="span"/>
    <dgm:txLinClrLst hueDir="cw" meth="span"/>
    <dgm:txFillClrLst hueDir="cw" meth="repeat">
      <a:schemeClr val="tx1"/>
    </dgm:txFillClrLst>
    <dgm:txEffectClrLst hueDir="cw" meth="span"/>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alignNode1">
    <dgm:fillClrLst hueDir="cw" meth="repeat">
      <a:schemeClr val="accent1"/>
    </dgm:fillClrLst>
    <dgm:linClrLst hueDir="cw" meth="repeat">
      <a:schemeClr val="accent1"/>
    </dgm:linClrLst>
    <dgm:effectClrLst hueDir="cw" meth="span"/>
    <dgm:txLinClrLst hueDir="cw" meth="span"/>
    <dgm:txFillClrLst hueDir="cw" meth="span"/>
    <dgm:txEffectClrLst hueDir="cw" meth="span"/>
  </dgm:styleLbl>
  <dgm:styleLbl name="node1">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lnNode1">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vennNode1">
    <dgm:fillClrLst hueDir="cw" meth="repeat">
      <a:schemeClr val="accent1">
        <a:alpha val="50000"/>
      </a:schemeClr>
    </dgm:fillClrLst>
    <dgm:linClrLst hueDir="cw" meth="repeat">
      <a:schemeClr val="lt1"/>
    </dgm:linClrLst>
    <dgm:effectClrLst hueDir="cw" meth="span"/>
    <dgm:txLinClrLst hueDir="cw" meth="span"/>
    <dgm:txFillClrLst hueDir="cw" meth="span"/>
    <dgm:txEffectClrLst hueDir="cw" meth="span"/>
  </dgm:styleLbl>
  <dgm:styleLbl name="node2">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node3">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node4">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fgImgPlace1">
    <dgm:fillClrLst hueDir="cw" meth="repeat">
      <a:schemeClr val="accent1">
        <a:tint val="50000"/>
      </a:schemeClr>
    </dgm:fillClrLst>
    <dgm:linClrLst hueDir="cw" meth="repeat">
      <a:schemeClr val="lt1"/>
    </dgm:linClrLst>
    <dgm:effectClrLst hueDir="cw" meth="span"/>
    <dgm:txLinClrLst hueDir="cw" meth="span"/>
    <dgm:txFillClrLst hueDir="cw" meth="repeat">
      <a:schemeClr val="lt1"/>
    </dgm:txFillClrLst>
    <dgm:txEffectClrLst hueDir="cw" meth="span"/>
  </dgm:styleLbl>
  <dgm:styleLbl name="alignImgPlace1">
    <dgm:fillClrLst hueDir="cw" meth="repeat">
      <a:schemeClr val="accent1">
        <a:tint val="50000"/>
      </a:schemeClr>
    </dgm:fillClrLst>
    <dgm:linClrLst hueDir="cw" meth="repeat">
      <a:schemeClr val="lt1"/>
    </dgm:linClrLst>
    <dgm:effectClrLst hueDir="cw" meth="span"/>
    <dgm:txLinClrLst hueDir="cw" meth="span"/>
    <dgm:txFillClrLst hueDir="cw" meth="repeat">
      <a:schemeClr val="lt1"/>
    </dgm:txFillClrLst>
    <dgm:txEffectClrLst hueDir="cw" meth="span"/>
  </dgm:styleLbl>
  <dgm:styleLbl name="bgImgPlace1">
    <dgm:fillClrLst hueDir="cw" meth="repeat">
      <a:schemeClr val="accent1">
        <a:tint val="50000"/>
      </a:schemeClr>
    </dgm:fillClrLst>
    <dgm:linClrLst hueDir="cw" meth="repeat">
      <a:schemeClr val="lt1"/>
    </dgm:linClrLst>
    <dgm:effectClrLst hueDir="cw" meth="span"/>
    <dgm:txLinClrLst hueDir="cw" meth="span"/>
    <dgm:txFillClrLst hueDir="cw" meth="repeat">
      <a:schemeClr val="lt1"/>
    </dgm:txFillClrLst>
    <dgm:txEffectClrLst hueDir="cw" meth="span"/>
  </dgm:styleLbl>
  <dgm:styleLbl name="sibTrans2D1">
    <dgm:fillClrLst hueDir="cw" meth="repeat">
      <a:schemeClr val="accent1">
        <a:tint val="60000"/>
      </a:schemeClr>
    </dgm:fillClrLst>
    <dgm:linClrLst hueDir="cw" meth="repeat">
      <a:schemeClr val="accent1">
        <a:tint val="60000"/>
      </a:schemeClr>
    </dgm:linClrLst>
    <dgm:effectClrLst hueDir="cw" meth="span"/>
    <dgm:txLinClrLst hueDir="cw" meth="span"/>
    <dgm:txFillClrLst hueDir="cw" meth="span"/>
    <dgm:txEffectClrLst hueDir="cw" meth="span"/>
  </dgm:styleLbl>
  <dgm:styleLbl name="fgSibTrans2D1">
    <dgm:fillClrLst hueDir="cw" meth="repeat">
      <a:schemeClr val="accent1">
        <a:tint val="60000"/>
      </a:schemeClr>
    </dgm:fillClrLst>
    <dgm:linClrLst hueDir="cw" meth="repeat">
      <a:schemeClr val="accent1">
        <a:tint val="60000"/>
      </a:schemeClr>
    </dgm:linClrLst>
    <dgm:effectClrLst hueDir="cw" meth="span"/>
    <dgm:txLinClrLst hueDir="cw" meth="span"/>
    <dgm:txFillClrLst hueDir="cw" meth="span"/>
    <dgm:txEffectClrLst hueDir="cw" meth="span"/>
  </dgm:styleLbl>
  <dgm:styleLbl name="bgSibTrans2D1">
    <dgm:fillClrLst hueDir="cw" meth="repeat">
      <a:schemeClr val="accent1">
        <a:tint val="60000"/>
      </a:schemeClr>
    </dgm:fillClrLst>
    <dgm:linClrLst hueDir="cw" meth="repeat">
      <a:schemeClr val="accent1">
        <a:tint val="60000"/>
      </a:schemeClr>
    </dgm:linClrLst>
    <dgm:effectClrLst hueDir="cw" meth="span"/>
    <dgm:txLinClrLst hueDir="cw" meth="span"/>
    <dgm:txFillClrLst hueDir="cw" meth="span"/>
    <dgm:txEffectClrLst hueDir="cw" meth="span"/>
  </dgm:styleLbl>
  <dgm:styleLbl name="sibTrans1D1">
    <dgm:fillClrLst hueDir="cw" meth="repeat">
      <a:schemeClr val="accent1"/>
    </dgm:fillClrLst>
    <dgm:linClrLst hueDir="cw" meth="repeat">
      <a:schemeClr val="accent1"/>
    </dgm:linClrLst>
    <dgm:effectClrLst hueDir="cw" meth="span"/>
    <dgm:txLinClrLst hueDir="cw" meth="span"/>
    <dgm:txFillClrLst hueDir="cw" meth="repeat">
      <a:schemeClr val="tx1"/>
    </dgm:txFillClrLst>
    <dgm:txEffectClrLst hueDir="cw" meth="span"/>
  </dgm:styleLbl>
  <dgm:styleLbl name="callout">
    <dgm:fillClrLst hueDir="cw" meth="repeat">
      <a:schemeClr val="accent1"/>
    </dgm:fillClrLst>
    <dgm:linClrLst hueDir="cw" meth="repeat">
      <a:schemeClr val="accent1">
        <a:tint val="50000"/>
      </a:schemeClr>
    </dgm:linClrLst>
    <dgm:effectClrLst hueDir="cw" meth="span"/>
    <dgm:txLinClrLst hueDir="cw" meth="span"/>
    <dgm:txFillClrLst hueDir="cw" meth="repeat">
      <a:schemeClr val="tx1"/>
    </dgm:txFillClrLst>
    <dgm:txEffectClrLst hueDir="cw" meth="span"/>
  </dgm:styleLbl>
  <dgm:styleLbl name="asst0">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asst1">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asst2">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asst3">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asst4">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parChTrans2D1">
    <dgm:fillClrLst hueDir="cw" meth="repeat">
      <a:schemeClr val="accent1">
        <a:tint val="60000"/>
      </a:schemeClr>
    </dgm:fillClrLst>
    <dgm:linClrLst hueDir="cw" meth="repeat">
      <a:schemeClr val="accent1">
        <a:tint val="60000"/>
      </a:schemeClr>
    </dgm:linClrLst>
    <dgm:effectClrLst hueDir="cw" meth="span"/>
    <dgm:txLinClrLst hueDir="cw" meth="span"/>
    <dgm:txFillClrLst hueDir="cw" meth="repeat">
      <a:schemeClr val="lt1"/>
    </dgm:txFillClrLst>
    <dgm:txEffectClrLst hueDir="cw" meth="span"/>
  </dgm:styleLbl>
  <dgm:styleLbl name="parChTrans2D2">
    <dgm:fillClrLst hueDir="cw" meth="repeat">
      <a:schemeClr val="accent1"/>
    </dgm:fillClrLst>
    <dgm:linClrLst hueDir="cw" meth="repeat">
      <a:schemeClr val="accent1"/>
    </dgm:linClrLst>
    <dgm:effectClrLst hueDir="cw" meth="span"/>
    <dgm:txLinClrLst hueDir="cw" meth="span"/>
    <dgm:txFillClrLst hueDir="cw" meth="repeat">
      <a:schemeClr val="lt1"/>
    </dgm:txFillClrLst>
    <dgm:txEffectClrLst hueDir="cw" meth="span"/>
  </dgm:styleLbl>
  <dgm:styleLbl name="parChTrans2D3">
    <dgm:fillClrLst hueDir="cw" meth="repeat">
      <a:schemeClr val="accent1"/>
    </dgm:fillClrLst>
    <dgm:linClrLst hueDir="cw" meth="repeat">
      <a:schemeClr val="accent1"/>
    </dgm:linClrLst>
    <dgm:effectClrLst hueDir="cw" meth="span"/>
    <dgm:txLinClrLst hueDir="cw" meth="span"/>
    <dgm:txFillClrLst hueDir="cw" meth="repeat">
      <a:schemeClr val="lt1"/>
    </dgm:txFillClrLst>
    <dgm:txEffectClrLst hueDir="cw" meth="span"/>
  </dgm:styleLbl>
  <dgm:styleLbl name="parChTrans2D4">
    <dgm:fillClrLst hueDir="cw" meth="repeat">
      <a:schemeClr val="accent1"/>
    </dgm:fillClrLst>
    <dgm:linClrLst hueDir="cw" meth="repeat">
      <a:schemeClr val="accent1"/>
    </dgm:linClrLst>
    <dgm:effectClrLst hueDir="cw" meth="span"/>
    <dgm:txLinClrLst hueDir="cw" meth="span"/>
    <dgm:txFillClrLst hueDir="cw" meth="repeat">
      <a:schemeClr val="lt1"/>
    </dgm:txFillClrLst>
    <dgm:txEffectClrLst hueDir="cw" meth="span"/>
  </dgm:styleLbl>
  <dgm:styleLbl name="parChTrans1D1">
    <dgm:fillClrLst hueDir="cw" meth="repeat">
      <a:schemeClr val="accent1"/>
    </dgm:fillClrLst>
    <dgm:linClrLst hueDir="cw" meth="repeat">
      <a:schemeClr val="accent1">
        <a:shade val="60000"/>
      </a:schemeClr>
    </dgm:linClrLst>
    <dgm:effectClrLst hueDir="cw" meth="span"/>
    <dgm:txLinClrLst hueDir="cw" meth="span"/>
    <dgm:txFillClrLst hueDir="cw" meth="repeat">
      <a:schemeClr val="tx1"/>
    </dgm:txFillClrLst>
    <dgm:txEffectClrLst hueDir="cw" meth="span"/>
  </dgm:styleLbl>
  <dgm:styleLbl name="parChTrans1D2">
    <dgm:fillClrLst hueDir="cw" meth="repeat">
      <a:schemeClr val="accent1"/>
    </dgm:fillClrLst>
    <dgm:linClrLst hueDir="cw" meth="repeat">
      <a:schemeClr val="accent1">
        <a:shade val="60000"/>
      </a:schemeClr>
    </dgm:linClrLst>
    <dgm:effectClrLst hueDir="cw" meth="span"/>
    <dgm:txLinClrLst hueDir="cw" meth="span"/>
    <dgm:txFillClrLst hueDir="cw" meth="repeat">
      <a:schemeClr val="tx1"/>
    </dgm:txFillClrLst>
    <dgm:txEffectClrLst hueDir="cw" meth="span"/>
  </dgm:styleLbl>
  <dgm:styleLbl name="parChTrans1D3">
    <dgm:fillClrLst hueDir="cw" meth="repeat">
      <a:schemeClr val="accent1"/>
    </dgm:fillClrLst>
    <dgm:linClrLst hueDir="cw" meth="repeat">
      <a:schemeClr val="accent1">
        <a:shade val="80000"/>
      </a:schemeClr>
    </dgm:linClrLst>
    <dgm:effectClrLst hueDir="cw" meth="span"/>
    <dgm:txLinClrLst hueDir="cw" meth="span"/>
    <dgm:txFillClrLst hueDir="cw" meth="repeat">
      <a:schemeClr val="tx1"/>
    </dgm:txFillClrLst>
    <dgm:txEffectClrLst hueDir="cw" meth="span"/>
  </dgm:styleLbl>
  <dgm:styleLbl name="parChTrans1D4">
    <dgm:fillClrLst hueDir="cw" meth="repeat">
      <a:schemeClr val="accent1"/>
    </dgm:fillClrLst>
    <dgm:linClrLst hueDir="cw" meth="repeat">
      <a:schemeClr val="accent1">
        <a:shade val="80000"/>
      </a:schemeClr>
    </dgm:linClrLst>
    <dgm:effectClrLst hueDir="cw" meth="span"/>
    <dgm:txLinClrLst hueDir="cw" meth="span"/>
    <dgm:txFillClrLst hueDir="cw" meth="repeat">
      <a:schemeClr val="tx1"/>
    </dgm:txFillClrLst>
    <dgm:txEffectClrLst hueDir="cw" meth="span"/>
  </dgm:styleLbl>
  <dgm:styleLbl name="fgAcc1">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conFgAcc1">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alignAcc1">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trAlignAcc1">
    <dgm:fillClrLst hueDir="cw" meth="repeat">
      <a:schemeClr val="lt1">
        <a:alpha val="4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bgAcc1">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solidFgAcc1">
    <dgm:fillClrLst hueDir="cw" meth="repeat">
      <a:schemeClr val="lt1"/>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solidAlignAcc1">
    <dgm:fillClrLst hueDir="cw" meth="repeat">
      <a:schemeClr val="lt1"/>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solidBgAcc1">
    <dgm:fillClrLst hueDir="cw" meth="repeat">
      <a:schemeClr val="lt1"/>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fgAccFollowNode1">
    <dgm:fillClrLst hueDir="cw" meth="repeat">
      <a:schemeClr val="accent1">
        <a:alpha val="90000"/>
        <a:tint val="40000"/>
      </a:schemeClr>
    </dgm:fillClrLst>
    <dgm:linClrLst hueDir="cw" meth="repeat">
      <a:schemeClr val="accent1">
        <a:alpha val="90000"/>
        <a:tint val="40000"/>
      </a:schemeClr>
    </dgm:linClrLst>
    <dgm:effectClrLst hueDir="cw" meth="span"/>
    <dgm:txLinClrLst hueDir="cw" meth="span"/>
    <dgm:txFillClrLst hueDir="cw" meth="repeat">
      <a:schemeClr val="dk1"/>
    </dgm:txFillClrLst>
    <dgm:txEffectClrLst hueDir="cw" meth="span"/>
  </dgm:styleLbl>
  <dgm:styleLbl name="alignAccFollowNode1">
    <dgm:fillClrLst hueDir="cw" meth="repeat">
      <a:schemeClr val="accent1">
        <a:alpha val="90000"/>
        <a:tint val="40000"/>
      </a:schemeClr>
    </dgm:fillClrLst>
    <dgm:linClrLst hueDir="cw" meth="repeat">
      <a:schemeClr val="accent1">
        <a:alpha val="90000"/>
        <a:tint val="40000"/>
      </a:schemeClr>
    </dgm:linClrLst>
    <dgm:effectClrLst hueDir="cw" meth="span"/>
    <dgm:txLinClrLst hueDir="cw" meth="span"/>
    <dgm:txFillClrLst hueDir="cw" meth="repeat">
      <a:schemeClr val="dk1"/>
    </dgm:txFillClrLst>
    <dgm:txEffectClrLst hueDir="cw" meth="span"/>
  </dgm:styleLbl>
  <dgm:styleLbl name="bgAccFollowNode1">
    <dgm:fillClrLst hueDir="cw" meth="repeat">
      <a:schemeClr val="accent1">
        <a:alpha val="90000"/>
        <a:tint val="40000"/>
      </a:schemeClr>
    </dgm:fillClrLst>
    <dgm:linClrLst hueDir="cw" meth="repeat">
      <a:schemeClr val="accent1">
        <a:alpha val="90000"/>
        <a:tint val="40000"/>
      </a:schemeClr>
    </dgm:linClrLst>
    <dgm:effectClrLst hueDir="cw" meth="span"/>
    <dgm:txLinClrLst hueDir="cw" meth="span"/>
    <dgm:txFillClrLst hueDir="cw" meth="repeat">
      <a:schemeClr val="dk1"/>
    </dgm:txFillClrLst>
    <dgm:txEffectClrLst hueDir="cw" meth="span"/>
  </dgm:styleLbl>
  <dgm:styleLbl name="fgAcc0">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fgAcc2">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fgAcc3">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fgAcc4">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bgShp">
    <dgm:fillClrLst hueDir="cw" meth="repeat">
      <a:schemeClr val="accent1">
        <a:tint val="4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dkBgShp">
    <dgm:fillClrLst hueDir="cw" meth="repeat">
      <a:schemeClr val="accent1">
        <a:shade val="80000"/>
      </a:schemeClr>
    </dgm:fillClrLst>
    <dgm:linClrLst hueDir="cw" meth="repeat">
      <a:schemeClr val="accent1"/>
    </dgm:linClrLst>
    <dgm:effectClrLst hueDir="cw" meth="span"/>
    <dgm:txLinClrLst hueDir="cw" meth="span"/>
    <dgm:txFillClrLst hueDir="cw" meth="repeat">
      <a:schemeClr val="lt1"/>
    </dgm:txFillClrLst>
    <dgm:txEffectClrLst hueDir="cw" meth="span"/>
  </dgm:styleLbl>
  <dgm:styleLbl name="trBgShp">
    <dgm:fillClrLst hueDir="cw" meth="repeat">
      <a:schemeClr val="accent1">
        <a:tint val="50000"/>
        <a:alpha val="40000"/>
      </a:schemeClr>
    </dgm:fillClrLst>
    <dgm:linClrLst hueDir="cw" meth="repeat">
      <a:schemeClr val="accent1"/>
    </dgm:linClrLst>
    <dgm:effectClrLst hueDir="cw" meth="span"/>
    <dgm:txLinClrLst hueDir="cw" meth="span"/>
    <dgm:txFillClrLst hueDir="cw" meth="repeat">
      <a:schemeClr val="lt1"/>
    </dgm:txFillClrLst>
    <dgm:txEffectClrLst hueDir="cw" meth="span"/>
  </dgm:styleLbl>
  <dgm:styleLbl name="fgShp">
    <dgm:fillClrLst hueDir="cw" meth="repeat">
      <a:schemeClr val="accent1">
        <a:tint val="60000"/>
      </a:schemeClr>
    </dgm:fillClrLst>
    <dgm:linClrLst hueDir="cw" meth="repeat">
      <a:schemeClr val="lt1"/>
    </dgm:linClrLst>
    <dgm:effectClrLst hueDir="cw" meth="span"/>
    <dgm:txLinClrLst hueDir="cw" meth="span"/>
    <dgm:txFillClrLst hueDir="cw" meth="repeat">
      <a:schemeClr val="dk1"/>
    </dgm:txFillClrLst>
    <dgm:txEffectClrLst hueDir="cw" meth="span"/>
  </dgm:styleLbl>
  <dgm:styleLbl name="revTx">
    <dgm:fillClrLst hueDir="cw" meth="repeat">
      <a:schemeClr val="lt1">
        <a:alpha val="0"/>
      </a:schemeClr>
    </dgm:fillClrLst>
    <dgm:linClrLst hueDir="cw" meth="repeat">
      <a:schemeClr val="dk1">
        <a:alpha val="0"/>
      </a:schemeClr>
    </dgm:linClrLst>
    <dgm:effectClrLst hueDir="cw" meth="span"/>
    <dgm:txLinClrLst hueDir="cw" meth="span"/>
    <dgm:txFillClrLst hueDir="cw" meth="repeat">
      <a:schemeClr val="tx1"/>
    </dgm:txFillClrLst>
    <dgm:txEffectClrLst hueDir="cw" meth="span"/>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alignNode1">
    <dgm:fillClrLst hueDir="cw" meth="repeat">
      <a:schemeClr val="accent1"/>
    </dgm:fillClrLst>
    <dgm:linClrLst hueDir="cw" meth="repeat">
      <a:schemeClr val="accent1"/>
    </dgm:linClrLst>
    <dgm:effectClrLst hueDir="cw" meth="span"/>
    <dgm:txLinClrLst hueDir="cw" meth="span"/>
    <dgm:txFillClrLst hueDir="cw" meth="span"/>
    <dgm:txEffectClrLst hueDir="cw" meth="span"/>
  </dgm:styleLbl>
  <dgm:styleLbl name="node1">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lnNode1">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vennNode1">
    <dgm:fillClrLst hueDir="cw" meth="repeat">
      <a:schemeClr val="accent1">
        <a:alpha val="50000"/>
      </a:schemeClr>
    </dgm:fillClrLst>
    <dgm:linClrLst hueDir="cw" meth="repeat">
      <a:schemeClr val="lt1"/>
    </dgm:linClrLst>
    <dgm:effectClrLst hueDir="cw" meth="span"/>
    <dgm:txLinClrLst hueDir="cw" meth="span"/>
    <dgm:txFillClrLst hueDir="cw" meth="span"/>
    <dgm:txEffectClrLst hueDir="cw" meth="span"/>
  </dgm:styleLbl>
  <dgm:styleLbl name="node2">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node3">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node4">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fgImgPlace1">
    <dgm:fillClrLst hueDir="cw" meth="repeat">
      <a:schemeClr val="accent1">
        <a:tint val="50000"/>
      </a:schemeClr>
    </dgm:fillClrLst>
    <dgm:linClrLst hueDir="cw" meth="repeat">
      <a:schemeClr val="lt1"/>
    </dgm:linClrLst>
    <dgm:effectClrLst hueDir="cw" meth="span"/>
    <dgm:txLinClrLst hueDir="cw" meth="span"/>
    <dgm:txFillClrLst hueDir="cw" meth="repeat">
      <a:schemeClr val="lt1"/>
    </dgm:txFillClrLst>
    <dgm:txEffectClrLst hueDir="cw" meth="span"/>
  </dgm:styleLbl>
  <dgm:styleLbl name="alignImgPlace1">
    <dgm:fillClrLst hueDir="cw" meth="repeat">
      <a:schemeClr val="accent1">
        <a:tint val="50000"/>
      </a:schemeClr>
    </dgm:fillClrLst>
    <dgm:linClrLst hueDir="cw" meth="repeat">
      <a:schemeClr val="lt1"/>
    </dgm:linClrLst>
    <dgm:effectClrLst hueDir="cw" meth="span"/>
    <dgm:txLinClrLst hueDir="cw" meth="span"/>
    <dgm:txFillClrLst hueDir="cw" meth="repeat">
      <a:schemeClr val="lt1"/>
    </dgm:txFillClrLst>
    <dgm:txEffectClrLst hueDir="cw" meth="span"/>
  </dgm:styleLbl>
  <dgm:styleLbl name="bgImgPlace1">
    <dgm:fillClrLst hueDir="cw" meth="repeat">
      <a:schemeClr val="accent1">
        <a:tint val="50000"/>
      </a:schemeClr>
    </dgm:fillClrLst>
    <dgm:linClrLst hueDir="cw" meth="repeat">
      <a:schemeClr val="lt1"/>
    </dgm:linClrLst>
    <dgm:effectClrLst hueDir="cw" meth="span"/>
    <dgm:txLinClrLst hueDir="cw" meth="span"/>
    <dgm:txFillClrLst hueDir="cw" meth="repeat">
      <a:schemeClr val="lt1"/>
    </dgm:txFillClrLst>
    <dgm:txEffectClrLst hueDir="cw" meth="span"/>
  </dgm:styleLbl>
  <dgm:styleLbl name="sibTrans2D1">
    <dgm:fillClrLst hueDir="cw" meth="repeat">
      <a:schemeClr val="accent1">
        <a:tint val="60000"/>
      </a:schemeClr>
    </dgm:fillClrLst>
    <dgm:linClrLst hueDir="cw" meth="repeat">
      <a:schemeClr val="accent1">
        <a:tint val="60000"/>
      </a:schemeClr>
    </dgm:linClrLst>
    <dgm:effectClrLst hueDir="cw" meth="span"/>
    <dgm:txLinClrLst hueDir="cw" meth="span"/>
    <dgm:txFillClrLst hueDir="cw" meth="span"/>
    <dgm:txEffectClrLst hueDir="cw" meth="span"/>
  </dgm:styleLbl>
  <dgm:styleLbl name="fgSibTrans2D1">
    <dgm:fillClrLst hueDir="cw" meth="repeat">
      <a:schemeClr val="accent1">
        <a:tint val="60000"/>
      </a:schemeClr>
    </dgm:fillClrLst>
    <dgm:linClrLst hueDir="cw" meth="repeat">
      <a:schemeClr val="accent1">
        <a:tint val="60000"/>
      </a:schemeClr>
    </dgm:linClrLst>
    <dgm:effectClrLst hueDir="cw" meth="span"/>
    <dgm:txLinClrLst hueDir="cw" meth="span"/>
    <dgm:txFillClrLst hueDir="cw" meth="span"/>
    <dgm:txEffectClrLst hueDir="cw" meth="span"/>
  </dgm:styleLbl>
  <dgm:styleLbl name="bgSibTrans2D1">
    <dgm:fillClrLst hueDir="cw" meth="repeat">
      <a:schemeClr val="accent1">
        <a:tint val="60000"/>
      </a:schemeClr>
    </dgm:fillClrLst>
    <dgm:linClrLst hueDir="cw" meth="repeat">
      <a:schemeClr val="accent1">
        <a:tint val="60000"/>
      </a:schemeClr>
    </dgm:linClrLst>
    <dgm:effectClrLst hueDir="cw" meth="span"/>
    <dgm:txLinClrLst hueDir="cw" meth="span"/>
    <dgm:txFillClrLst hueDir="cw" meth="span"/>
    <dgm:txEffectClrLst hueDir="cw" meth="span"/>
  </dgm:styleLbl>
  <dgm:styleLbl name="sibTrans1D1">
    <dgm:fillClrLst hueDir="cw" meth="repeat">
      <a:schemeClr val="accent1"/>
    </dgm:fillClrLst>
    <dgm:linClrLst hueDir="cw" meth="repeat">
      <a:schemeClr val="accent1"/>
    </dgm:linClrLst>
    <dgm:effectClrLst hueDir="cw" meth="span"/>
    <dgm:txLinClrLst hueDir="cw" meth="span"/>
    <dgm:txFillClrLst hueDir="cw" meth="repeat">
      <a:schemeClr val="tx1"/>
    </dgm:txFillClrLst>
    <dgm:txEffectClrLst hueDir="cw" meth="span"/>
  </dgm:styleLbl>
  <dgm:styleLbl name="callout">
    <dgm:fillClrLst hueDir="cw" meth="repeat">
      <a:schemeClr val="accent1"/>
    </dgm:fillClrLst>
    <dgm:linClrLst hueDir="cw" meth="repeat">
      <a:schemeClr val="accent1">
        <a:tint val="50000"/>
      </a:schemeClr>
    </dgm:linClrLst>
    <dgm:effectClrLst hueDir="cw" meth="span"/>
    <dgm:txLinClrLst hueDir="cw" meth="span"/>
    <dgm:txFillClrLst hueDir="cw" meth="repeat">
      <a:schemeClr val="tx1"/>
    </dgm:txFillClrLst>
    <dgm:txEffectClrLst hueDir="cw" meth="span"/>
  </dgm:styleLbl>
  <dgm:styleLbl name="asst0">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asst1">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asst2">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asst3">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asst4">
    <dgm:fillClrLst hueDir="cw" meth="repeat">
      <a:schemeClr val="accent1"/>
    </dgm:fillClrLst>
    <dgm:linClrLst hueDir="cw" meth="repeat">
      <a:schemeClr val="lt1"/>
    </dgm:linClrLst>
    <dgm:effectClrLst hueDir="cw" meth="span"/>
    <dgm:txLinClrLst hueDir="cw" meth="span"/>
    <dgm:txFillClrLst hueDir="cw" meth="span"/>
    <dgm:txEffectClrLst hueDir="cw" meth="span"/>
  </dgm:styleLbl>
  <dgm:styleLbl name="parChTrans2D1">
    <dgm:fillClrLst hueDir="cw" meth="repeat">
      <a:schemeClr val="accent1">
        <a:tint val="60000"/>
      </a:schemeClr>
    </dgm:fillClrLst>
    <dgm:linClrLst hueDir="cw" meth="repeat">
      <a:schemeClr val="accent1">
        <a:tint val="60000"/>
      </a:schemeClr>
    </dgm:linClrLst>
    <dgm:effectClrLst hueDir="cw" meth="span"/>
    <dgm:txLinClrLst hueDir="cw" meth="span"/>
    <dgm:txFillClrLst hueDir="cw" meth="repeat">
      <a:schemeClr val="lt1"/>
    </dgm:txFillClrLst>
    <dgm:txEffectClrLst hueDir="cw" meth="span"/>
  </dgm:styleLbl>
  <dgm:styleLbl name="parChTrans2D2">
    <dgm:fillClrLst hueDir="cw" meth="repeat">
      <a:schemeClr val="accent1"/>
    </dgm:fillClrLst>
    <dgm:linClrLst hueDir="cw" meth="repeat">
      <a:schemeClr val="accent1"/>
    </dgm:linClrLst>
    <dgm:effectClrLst hueDir="cw" meth="span"/>
    <dgm:txLinClrLst hueDir="cw" meth="span"/>
    <dgm:txFillClrLst hueDir="cw" meth="repeat">
      <a:schemeClr val="lt1"/>
    </dgm:txFillClrLst>
    <dgm:txEffectClrLst hueDir="cw" meth="span"/>
  </dgm:styleLbl>
  <dgm:styleLbl name="parChTrans2D3">
    <dgm:fillClrLst hueDir="cw" meth="repeat">
      <a:schemeClr val="accent1"/>
    </dgm:fillClrLst>
    <dgm:linClrLst hueDir="cw" meth="repeat">
      <a:schemeClr val="accent1"/>
    </dgm:linClrLst>
    <dgm:effectClrLst hueDir="cw" meth="span"/>
    <dgm:txLinClrLst hueDir="cw" meth="span"/>
    <dgm:txFillClrLst hueDir="cw" meth="repeat">
      <a:schemeClr val="lt1"/>
    </dgm:txFillClrLst>
    <dgm:txEffectClrLst hueDir="cw" meth="span"/>
  </dgm:styleLbl>
  <dgm:styleLbl name="parChTrans2D4">
    <dgm:fillClrLst hueDir="cw" meth="repeat">
      <a:schemeClr val="accent1"/>
    </dgm:fillClrLst>
    <dgm:linClrLst hueDir="cw" meth="repeat">
      <a:schemeClr val="accent1"/>
    </dgm:linClrLst>
    <dgm:effectClrLst hueDir="cw" meth="span"/>
    <dgm:txLinClrLst hueDir="cw" meth="span"/>
    <dgm:txFillClrLst hueDir="cw" meth="repeat">
      <a:schemeClr val="lt1"/>
    </dgm:txFillClrLst>
    <dgm:txEffectClrLst hueDir="cw" meth="span"/>
  </dgm:styleLbl>
  <dgm:styleLbl name="parChTrans1D1">
    <dgm:fillClrLst hueDir="cw" meth="repeat">
      <a:schemeClr val="accent1"/>
    </dgm:fillClrLst>
    <dgm:linClrLst hueDir="cw" meth="repeat">
      <a:schemeClr val="accent1">
        <a:shade val="60000"/>
      </a:schemeClr>
    </dgm:linClrLst>
    <dgm:effectClrLst hueDir="cw" meth="span"/>
    <dgm:txLinClrLst hueDir="cw" meth="span"/>
    <dgm:txFillClrLst hueDir="cw" meth="repeat">
      <a:schemeClr val="tx1"/>
    </dgm:txFillClrLst>
    <dgm:txEffectClrLst hueDir="cw" meth="span"/>
  </dgm:styleLbl>
  <dgm:styleLbl name="parChTrans1D2">
    <dgm:fillClrLst hueDir="cw" meth="repeat">
      <a:schemeClr val="accent1"/>
    </dgm:fillClrLst>
    <dgm:linClrLst hueDir="cw" meth="repeat">
      <a:schemeClr val="accent1">
        <a:shade val="60000"/>
      </a:schemeClr>
    </dgm:linClrLst>
    <dgm:effectClrLst hueDir="cw" meth="span"/>
    <dgm:txLinClrLst hueDir="cw" meth="span"/>
    <dgm:txFillClrLst hueDir="cw" meth="repeat">
      <a:schemeClr val="tx1"/>
    </dgm:txFillClrLst>
    <dgm:txEffectClrLst hueDir="cw" meth="span"/>
  </dgm:styleLbl>
  <dgm:styleLbl name="parChTrans1D3">
    <dgm:fillClrLst hueDir="cw" meth="repeat">
      <a:schemeClr val="accent1"/>
    </dgm:fillClrLst>
    <dgm:linClrLst hueDir="cw" meth="repeat">
      <a:schemeClr val="accent1">
        <a:shade val="80000"/>
      </a:schemeClr>
    </dgm:linClrLst>
    <dgm:effectClrLst hueDir="cw" meth="span"/>
    <dgm:txLinClrLst hueDir="cw" meth="span"/>
    <dgm:txFillClrLst hueDir="cw" meth="repeat">
      <a:schemeClr val="tx1"/>
    </dgm:txFillClrLst>
    <dgm:txEffectClrLst hueDir="cw" meth="span"/>
  </dgm:styleLbl>
  <dgm:styleLbl name="parChTrans1D4">
    <dgm:fillClrLst hueDir="cw" meth="repeat">
      <a:schemeClr val="accent1"/>
    </dgm:fillClrLst>
    <dgm:linClrLst hueDir="cw" meth="repeat">
      <a:schemeClr val="accent1">
        <a:shade val="80000"/>
      </a:schemeClr>
    </dgm:linClrLst>
    <dgm:effectClrLst hueDir="cw" meth="span"/>
    <dgm:txLinClrLst hueDir="cw" meth="span"/>
    <dgm:txFillClrLst hueDir="cw" meth="repeat">
      <a:schemeClr val="tx1"/>
    </dgm:txFillClrLst>
    <dgm:txEffectClrLst hueDir="cw" meth="span"/>
  </dgm:styleLbl>
  <dgm:styleLbl name="fgAcc1">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conFgAcc1">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alignAcc1">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trAlignAcc1">
    <dgm:fillClrLst hueDir="cw" meth="repeat">
      <a:schemeClr val="lt1">
        <a:alpha val="4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bgAcc1">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solidFgAcc1">
    <dgm:fillClrLst hueDir="cw" meth="repeat">
      <a:schemeClr val="lt1"/>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solidAlignAcc1">
    <dgm:fillClrLst hueDir="cw" meth="repeat">
      <a:schemeClr val="lt1"/>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solidBgAcc1">
    <dgm:fillClrLst hueDir="cw" meth="repeat">
      <a:schemeClr val="lt1"/>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fgAccFollowNode1">
    <dgm:fillClrLst hueDir="cw" meth="repeat">
      <a:schemeClr val="accent1">
        <a:alpha val="90000"/>
        <a:tint val="40000"/>
      </a:schemeClr>
    </dgm:fillClrLst>
    <dgm:linClrLst hueDir="cw" meth="repeat">
      <a:schemeClr val="accent1">
        <a:alpha val="90000"/>
        <a:tint val="40000"/>
      </a:schemeClr>
    </dgm:linClrLst>
    <dgm:effectClrLst hueDir="cw" meth="span"/>
    <dgm:txLinClrLst hueDir="cw" meth="span"/>
    <dgm:txFillClrLst hueDir="cw" meth="repeat">
      <a:schemeClr val="dk1"/>
    </dgm:txFillClrLst>
    <dgm:txEffectClrLst hueDir="cw" meth="span"/>
  </dgm:styleLbl>
  <dgm:styleLbl name="alignAccFollowNode1">
    <dgm:fillClrLst hueDir="cw" meth="repeat">
      <a:schemeClr val="accent1">
        <a:alpha val="90000"/>
        <a:tint val="40000"/>
      </a:schemeClr>
    </dgm:fillClrLst>
    <dgm:linClrLst hueDir="cw" meth="repeat">
      <a:schemeClr val="accent1">
        <a:alpha val="90000"/>
        <a:tint val="40000"/>
      </a:schemeClr>
    </dgm:linClrLst>
    <dgm:effectClrLst hueDir="cw" meth="span"/>
    <dgm:txLinClrLst hueDir="cw" meth="span"/>
    <dgm:txFillClrLst hueDir="cw" meth="repeat">
      <a:schemeClr val="dk1"/>
    </dgm:txFillClrLst>
    <dgm:txEffectClrLst hueDir="cw" meth="span"/>
  </dgm:styleLbl>
  <dgm:styleLbl name="bgAccFollowNode1">
    <dgm:fillClrLst hueDir="cw" meth="repeat">
      <a:schemeClr val="accent1">
        <a:alpha val="90000"/>
        <a:tint val="40000"/>
      </a:schemeClr>
    </dgm:fillClrLst>
    <dgm:linClrLst hueDir="cw" meth="repeat">
      <a:schemeClr val="accent1">
        <a:alpha val="90000"/>
        <a:tint val="40000"/>
      </a:schemeClr>
    </dgm:linClrLst>
    <dgm:effectClrLst hueDir="cw" meth="span"/>
    <dgm:txLinClrLst hueDir="cw" meth="span"/>
    <dgm:txFillClrLst hueDir="cw" meth="repeat">
      <a:schemeClr val="dk1"/>
    </dgm:txFillClrLst>
    <dgm:txEffectClrLst hueDir="cw" meth="span"/>
  </dgm:styleLbl>
  <dgm:styleLbl name="fgAcc0">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fgAcc2">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fgAcc3">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fgAcc4">
    <dgm:fillClrLst hueDir="cw" meth="repeat">
      <a:schemeClr val="lt1">
        <a:alpha val="9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bgShp">
    <dgm:fillClrLst hueDir="cw" meth="repeat">
      <a:schemeClr val="accent1">
        <a:tint val="40000"/>
      </a:schemeClr>
    </dgm:fillClrLst>
    <dgm:linClrLst hueDir="cw" meth="repeat">
      <a:schemeClr val="accent1"/>
    </dgm:linClrLst>
    <dgm:effectClrLst hueDir="cw" meth="span"/>
    <dgm:txLinClrLst hueDir="cw" meth="span"/>
    <dgm:txFillClrLst hueDir="cw" meth="repeat">
      <a:schemeClr val="dk1"/>
    </dgm:txFillClrLst>
    <dgm:txEffectClrLst hueDir="cw" meth="span"/>
  </dgm:styleLbl>
  <dgm:styleLbl name="dkBgShp">
    <dgm:fillClrLst hueDir="cw" meth="repeat">
      <a:schemeClr val="accent1">
        <a:shade val="80000"/>
      </a:schemeClr>
    </dgm:fillClrLst>
    <dgm:linClrLst hueDir="cw" meth="repeat">
      <a:schemeClr val="accent1"/>
    </dgm:linClrLst>
    <dgm:effectClrLst hueDir="cw" meth="span"/>
    <dgm:txLinClrLst hueDir="cw" meth="span"/>
    <dgm:txFillClrLst hueDir="cw" meth="repeat">
      <a:schemeClr val="lt1"/>
    </dgm:txFillClrLst>
    <dgm:txEffectClrLst hueDir="cw" meth="span"/>
  </dgm:styleLbl>
  <dgm:styleLbl name="trBgShp">
    <dgm:fillClrLst hueDir="cw" meth="repeat">
      <a:schemeClr val="accent1">
        <a:tint val="50000"/>
        <a:alpha val="40000"/>
      </a:schemeClr>
    </dgm:fillClrLst>
    <dgm:linClrLst hueDir="cw" meth="repeat">
      <a:schemeClr val="accent1"/>
    </dgm:linClrLst>
    <dgm:effectClrLst hueDir="cw" meth="span"/>
    <dgm:txLinClrLst hueDir="cw" meth="span"/>
    <dgm:txFillClrLst hueDir="cw" meth="repeat">
      <a:schemeClr val="lt1"/>
    </dgm:txFillClrLst>
    <dgm:txEffectClrLst hueDir="cw" meth="span"/>
  </dgm:styleLbl>
  <dgm:styleLbl name="fgShp">
    <dgm:fillClrLst hueDir="cw" meth="repeat">
      <a:schemeClr val="accent1">
        <a:tint val="60000"/>
      </a:schemeClr>
    </dgm:fillClrLst>
    <dgm:linClrLst hueDir="cw" meth="repeat">
      <a:schemeClr val="lt1"/>
    </dgm:linClrLst>
    <dgm:effectClrLst hueDir="cw" meth="span"/>
    <dgm:txLinClrLst hueDir="cw" meth="span"/>
    <dgm:txFillClrLst hueDir="cw" meth="repeat">
      <a:schemeClr val="dk1"/>
    </dgm:txFillClrLst>
    <dgm:txEffectClrLst hueDir="cw" meth="span"/>
  </dgm:styleLbl>
  <dgm:styleLbl name="revTx">
    <dgm:fillClrLst hueDir="cw" meth="repeat">
      <a:schemeClr val="lt1">
        <a:alpha val="0"/>
      </a:schemeClr>
    </dgm:fillClrLst>
    <dgm:linClrLst hueDir="cw" meth="repeat">
      <a:schemeClr val="dk1">
        <a:alpha val="0"/>
      </a:schemeClr>
    </dgm:linClrLst>
    <dgm:effectClrLst hueDir="cw" meth="span"/>
    <dgm:txLinClrLst hueDir="cw" meth="span"/>
    <dgm:txFillClrLst hueDir="cw" meth="repeat">
      <a:schemeClr val="tx1"/>
    </dgm:txFillClrLst>
    <dgm:txEffectClrLst hueDir="cw" meth="span"/>
  </dgm:styleLbl>
</dgm:colorsDef>
</file>

<file path=ppt/diagrams/data1.xml><?xml version="1.0" encoding="utf-8"?>
<dgm:dataModel xmlns:dgm="http://schemas.openxmlformats.org/drawingml/2006/diagram" xmlns:a="http://schemas.openxmlformats.org/drawingml/2006/main" xmlns:r="http://schemas.openxmlformats.org/officeDocument/2006/relationships">
  <dgm:ptLst>
    <dgm:pt modelId="{0505CDDE-BB7E-478E-8433-8C8A6C249204}" type="doc">
      <dgm:prSet loTypeId="urn:microsoft.com/office/officeart/2017/3/layout/HorizontalPathTimeline" loCatId="process" qsTypeId="urn:microsoft.com/office/officeart/2005/8/quickstyle/simple1" qsCatId="simple" csTypeId="urn:microsoft.com/office/officeart/2005/8/colors/accent1_2" csCatId="accent1" phldr="1"/>
      <dgm:spPr bwMode="auto"/>
      <dgm:t>
        <a:bodyPr/>
        <a:lstStyle/>
        <a:p>
          <a:pPr>
            <a:defRPr/>
          </a:pPr>
          <a:endParaRPr lang="en-US"/>
        </a:p>
      </dgm:t>
    </dgm:pt>
    <dgm:pt modelId="{7C2802B6-4486-48CA-8A07-EE65B0406F45}" type="node">
      <dgm:prSet custT="1"/>
      <dgm:spPr bwMode="auto"/>
      <dgm:t>
        <a:bodyPr/>
        <a:lstStyle/>
        <a:p>
          <a:pPr>
            <a:defRPr b="1"/>
          </a:pPr>
          <a:r>
            <a:rPr lang="en-US" sz="1600"/>
            <a:t>June-25</a:t>
          </a:r>
          <a:endParaRPr/>
        </a:p>
      </dgm:t>
    </dgm:pt>
    <dgm:pt modelId="{57051F93-9014-4DA2-A006-323ACE994891}" type="parTrans" cxnId="{F9056508-CA51-4ECF-810F-6F937946B10C}">
      <dgm:prSet/>
      <dgm:spPr bwMode="auto"/>
      <dgm:t>
        <a:bodyPr/>
        <a:lstStyle/>
        <a:p>
          <a:pPr>
            <a:defRPr/>
          </a:pPr>
          <a:endParaRPr lang="en-US"/>
        </a:p>
      </dgm:t>
    </dgm:pt>
    <dgm:pt modelId="{4F42D10E-E2FA-40C9-88B2-212DFE562161}" type="sibTrans" cxnId="{F9056508-CA51-4ECF-810F-6F937946B10C}">
      <dgm:prSet/>
      <dgm:spPr bwMode="auto"/>
      <dgm:t>
        <a:bodyPr/>
        <a:lstStyle/>
        <a:p>
          <a:pPr>
            <a:defRPr/>
          </a:pPr>
          <a:endParaRPr lang="en-US"/>
        </a:p>
      </dgm:t>
    </dgm:pt>
    <dgm:pt modelId="{AA3ED062-B1E6-453E-B492-DDAED95341C9}" type="node">
      <dgm:prSet custT="1"/>
      <dgm:spPr bwMode="auto"/>
      <dgm:t>
        <a:bodyPr/>
        <a:lstStyle/>
        <a:p>
          <a:pPr>
            <a:defRPr/>
          </a:pPr>
          <a:r>
            <a:rPr lang="en-US" sz="1200"/>
            <a:t>Implementation prep (choose methodology to follow, Fabric Version)</a:t>
          </a:r>
          <a:endParaRPr/>
        </a:p>
        <a:p>
          <a:pPr>
            <a:defRPr/>
          </a:pPr>
          <a:r>
            <a:rPr lang="en-US" sz="1200"/>
            <a:t>Setup Environment </a:t>
          </a:r>
          <a:r>
            <a:rPr lang="en-US" sz="1200"/>
            <a:t>etc</a:t>
          </a:r>
          <a:endParaRPr lang="en-US" sz="1200"/>
        </a:p>
      </dgm:t>
    </dgm:pt>
    <dgm:pt modelId="{372749B8-C2AB-4C0C-8EF1-EAEA6C75FF85}" type="parTrans" cxnId="{109E8A51-8290-4ACF-ADDD-D3D452FD3CB6}">
      <dgm:prSet/>
      <dgm:spPr bwMode="auto"/>
      <dgm:t>
        <a:bodyPr/>
        <a:lstStyle/>
        <a:p>
          <a:pPr>
            <a:defRPr/>
          </a:pPr>
          <a:endParaRPr lang="en-US"/>
        </a:p>
      </dgm:t>
    </dgm:pt>
    <dgm:pt modelId="{BF5E4CDA-6E47-4969-8690-3A78C2985BC9}" type="sibTrans" cxnId="{109E8A51-8290-4ACF-ADDD-D3D452FD3CB6}">
      <dgm:prSet/>
      <dgm:spPr bwMode="auto"/>
      <dgm:t>
        <a:bodyPr/>
        <a:lstStyle/>
        <a:p>
          <a:pPr>
            <a:defRPr/>
          </a:pPr>
          <a:endParaRPr lang="en-US"/>
        </a:p>
      </dgm:t>
    </dgm:pt>
    <dgm:pt modelId="{08D30E86-A5AB-4D64-A020-792207B24654}" type="node">
      <dgm:prSet custT="1"/>
      <dgm:spPr bwMode="auto"/>
      <dgm:t>
        <a:bodyPr/>
        <a:lstStyle/>
        <a:p>
          <a:pPr>
            <a:defRPr b="1"/>
          </a:pPr>
          <a:r>
            <a:rPr lang="en-US" sz="1600"/>
            <a:t>July-25</a:t>
          </a:r>
          <a:endParaRPr/>
        </a:p>
      </dgm:t>
    </dgm:pt>
    <dgm:pt modelId="{2A035DDE-98F2-4CB3-B8A9-5A89E9A4F133}" type="parTrans" cxnId="{01556EF7-A497-4C01-AEE8-866371ABCE30}">
      <dgm:prSet/>
      <dgm:spPr bwMode="auto"/>
      <dgm:t>
        <a:bodyPr/>
        <a:lstStyle/>
        <a:p>
          <a:pPr>
            <a:defRPr/>
          </a:pPr>
          <a:endParaRPr lang="en-US"/>
        </a:p>
      </dgm:t>
    </dgm:pt>
    <dgm:pt modelId="{9792C24D-0A8F-4320-90A1-81AB043AFADC}" type="sibTrans" cxnId="{01556EF7-A497-4C01-AEE8-866371ABCE30}">
      <dgm:prSet/>
      <dgm:spPr bwMode="auto"/>
      <dgm:t>
        <a:bodyPr/>
        <a:lstStyle/>
        <a:p>
          <a:pPr>
            <a:defRPr/>
          </a:pPr>
          <a:endParaRPr lang="en-US"/>
        </a:p>
      </dgm:t>
    </dgm:pt>
    <dgm:pt modelId="{14ACDAF3-A039-44C6-9BC0-71619089A953}" type="node">
      <dgm:prSet custT="1"/>
      <dgm:spPr bwMode="auto"/>
      <dgm:t>
        <a:bodyPr/>
        <a:lstStyle/>
        <a:p>
          <a:pPr>
            <a:defRPr/>
          </a:pPr>
          <a:r>
            <a:rPr lang="en-US" sz="1200" b="1">
              <a:solidFill>
                <a:schemeClr val="tx1"/>
              </a:solidFill>
            </a:rPr>
            <a:t>Start Development Phase</a:t>
          </a:r>
          <a:endParaRPr/>
        </a:p>
      </dgm:t>
    </dgm:pt>
    <dgm:pt modelId="{3A742572-76FA-4E1B-93FF-52EE5C35A2AB}" type="parTrans" cxnId="{8E6EA174-9DF3-41DA-8487-BC74268190EA}">
      <dgm:prSet/>
      <dgm:spPr bwMode="auto"/>
      <dgm:t>
        <a:bodyPr/>
        <a:lstStyle/>
        <a:p>
          <a:pPr>
            <a:defRPr/>
          </a:pPr>
          <a:endParaRPr lang="en-US"/>
        </a:p>
      </dgm:t>
    </dgm:pt>
    <dgm:pt modelId="{68C6B46E-D7F2-4889-8DE2-6F58B6FFF952}" type="sibTrans" cxnId="{8E6EA174-9DF3-41DA-8487-BC74268190EA}">
      <dgm:prSet/>
      <dgm:spPr bwMode="auto"/>
      <dgm:t>
        <a:bodyPr/>
        <a:lstStyle/>
        <a:p>
          <a:pPr>
            <a:defRPr/>
          </a:pPr>
          <a:endParaRPr lang="en-US"/>
        </a:p>
      </dgm:t>
    </dgm:pt>
    <dgm:pt modelId="{B13A38BA-055A-4E86-A16F-F0E96D1F9CD7}" type="node">
      <dgm:prSet custT="1"/>
      <dgm:spPr bwMode="auto"/>
      <dgm:t>
        <a:bodyPr/>
        <a:lstStyle/>
        <a:p>
          <a:pPr>
            <a:defRPr b="1"/>
          </a:pPr>
          <a:r>
            <a:rPr lang="en-US" sz="1600"/>
            <a:t>Aug-25</a:t>
          </a:r>
          <a:endParaRPr/>
        </a:p>
      </dgm:t>
    </dgm:pt>
    <dgm:pt modelId="{2D4F1C95-4F2D-4452-B041-0C1F32DD3BB2}" type="parTrans" cxnId="{A4B14248-81B7-44B1-833E-1B10BF2C0AF1}">
      <dgm:prSet/>
      <dgm:spPr bwMode="auto"/>
      <dgm:t>
        <a:bodyPr/>
        <a:lstStyle/>
        <a:p>
          <a:pPr>
            <a:defRPr/>
          </a:pPr>
          <a:endParaRPr lang="en-US"/>
        </a:p>
      </dgm:t>
    </dgm:pt>
    <dgm:pt modelId="{502E10A3-F1FB-44A5-B7EA-89645D3511A7}" type="sibTrans" cxnId="{A4B14248-81B7-44B1-833E-1B10BF2C0AF1}">
      <dgm:prSet/>
      <dgm:spPr bwMode="auto"/>
      <dgm:t>
        <a:bodyPr/>
        <a:lstStyle/>
        <a:p>
          <a:pPr>
            <a:defRPr/>
          </a:pPr>
          <a:endParaRPr lang="en-US"/>
        </a:p>
      </dgm:t>
    </dgm:pt>
    <dgm:pt modelId="{DF6CF1C4-4904-4FD0-A998-5C74AFC45709}" type="node">
      <dgm:prSet custT="1"/>
      <dgm:spPr bwMode="auto"/>
      <dgm:t>
        <a:bodyPr/>
        <a:lstStyle/>
        <a:p>
          <a:pPr>
            <a:defRPr/>
          </a:pPr>
          <a:r>
            <a:rPr lang="en-US" sz="1200">
              <a:solidFill>
                <a:srgbClr val="FF0000"/>
              </a:solidFill>
            </a:rPr>
            <a:t>Development Phase</a:t>
          </a:r>
          <a:endParaRPr/>
        </a:p>
      </dgm:t>
    </dgm:pt>
    <dgm:pt modelId="{204A065F-3AC0-4D0D-8C53-1A88517111BB}" type="parTrans" cxnId="{202186F2-B47E-4750-A180-9F43F8BC552C}">
      <dgm:prSet/>
      <dgm:spPr bwMode="auto"/>
      <dgm:t>
        <a:bodyPr/>
        <a:lstStyle/>
        <a:p>
          <a:pPr>
            <a:defRPr/>
          </a:pPr>
          <a:endParaRPr lang="en-US"/>
        </a:p>
      </dgm:t>
    </dgm:pt>
    <dgm:pt modelId="{7067E633-94F5-4664-A9D0-02038468EA93}" type="sibTrans" cxnId="{202186F2-B47E-4750-A180-9F43F8BC552C}">
      <dgm:prSet/>
      <dgm:spPr bwMode="auto"/>
      <dgm:t>
        <a:bodyPr/>
        <a:lstStyle/>
        <a:p>
          <a:pPr>
            <a:defRPr/>
          </a:pPr>
          <a:endParaRPr lang="en-US"/>
        </a:p>
      </dgm:t>
    </dgm:pt>
    <dgm:pt modelId="{537C5240-83C5-4E10-AFC5-99A67678E4E4}" type="node">
      <dgm:prSet custT="1"/>
      <dgm:spPr bwMode="auto"/>
      <dgm:t>
        <a:bodyPr/>
        <a:lstStyle/>
        <a:p>
          <a:pPr>
            <a:defRPr b="1"/>
          </a:pPr>
          <a:r>
            <a:rPr lang="en-US" sz="1600" b="1"/>
            <a:t>Sep-25</a:t>
          </a:r>
          <a:endParaRPr lang="en-US" sz="1600"/>
        </a:p>
      </dgm:t>
    </dgm:pt>
    <dgm:pt modelId="{77761014-A4D7-446C-BE11-B9826CCCA83F}" type="parTrans" cxnId="{9D4D295E-E94E-48F0-A5FF-A95A3016944B}">
      <dgm:prSet/>
      <dgm:spPr bwMode="auto"/>
      <dgm:t>
        <a:bodyPr/>
        <a:lstStyle/>
        <a:p>
          <a:pPr>
            <a:defRPr/>
          </a:pPr>
          <a:endParaRPr lang="en-US"/>
        </a:p>
      </dgm:t>
    </dgm:pt>
    <dgm:pt modelId="{6042AB8D-FBD6-4C84-8C54-F8EEA9F3BAFC}" type="sibTrans" cxnId="{9D4D295E-E94E-48F0-A5FF-A95A3016944B}">
      <dgm:prSet/>
      <dgm:spPr bwMode="auto"/>
      <dgm:t>
        <a:bodyPr/>
        <a:lstStyle/>
        <a:p>
          <a:pPr>
            <a:defRPr/>
          </a:pPr>
          <a:endParaRPr lang="en-US"/>
        </a:p>
      </dgm:t>
    </dgm:pt>
    <dgm:pt modelId="{1CFDD33F-E04D-411E-9454-404A3EAC4687}" type="node">
      <dgm:prSet custT="1"/>
      <dgm:spPr bwMode="auto"/>
      <dgm:t>
        <a:bodyPr/>
        <a:lstStyle/>
        <a:p>
          <a:pPr>
            <a:defRPr/>
          </a:pPr>
          <a:r>
            <a:rPr lang="en-US" sz="1200"/>
            <a:t>Test Phase</a:t>
          </a:r>
          <a:endParaRPr/>
        </a:p>
      </dgm:t>
    </dgm:pt>
    <dgm:pt modelId="{D9DBA9EF-7ED3-40BC-ABC7-10097E7DA42E}" type="parTrans" cxnId="{64CCE807-D795-475E-AF64-3D61371D9ABF}">
      <dgm:prSet/>
      <dgm:spPr bwMode="auto"/>
      <dgm:t>
        <a:bodyPr/>
        <a:lstStyle/>
        <a:p>
          <a:pPr>
            <a:defRPr/>
          </a:pPr>
          <a:endParaRPr lang="en-US"/>
        </a:p>
      </dgm:t>
    </dgm:pt>
    <dgm:pt modelId="{11737BEA-5EF1-4C37-8F99-5BEC30760F18}" type="sibTrans" cxnId="{64CCE807-D795-475E-AF64-3D61371D9ABF}">
      <dgm:prSet/>
      <dgm:spPr bwMode="auto"/>
      <dgm:t>
        <a:bodyPr/>
        <a:lstStyle/>
        <a:p>
          <a:pPr>
            <a:defRPr/>
          </a:pPr>
          <a:endParaRPr lang="en-US"/>
        </a:p>
      </dgm:t>
    </dgm:pt>
    <dgm:pt modelId="{467A28E8-877D-4528-AF06-E265B6473AE6}" type="node">
      <dgm:prSet custT="1"/>
      <dgm:spPr bwMode="auto"/>
      <dgm:t>
        <a:bodyPr/>
        <a:lstStyle/>
        <a:p>
          <a:pPr>
            <a:defRPr b="1"/>
          </a:pPr>
          <a:r>
            <a:rPr lang="en-US" sz="1600"/>
            <a:t>Oct-25</a:t>
          </a:r>
          <a:endParaRPr/>
        </a:p>
      </dgm:t>
    </dgm:pt>
    <dgm:pt modelId="{C03E4386-7B43-48E3-9F99-F3FD5EF402E4}" type="parTrans" cxnId="{5EFABF47-90B4-45F0-B50A-4158AED01A1F}">
      <dgm:prSet/>
      <dgm:spPr bwMode="auto"/>
      <dgm:t>
        <a:bodyPr/>
        <a:lstStyle/>
        <a:p>
          <a:pPr>
            <a:defRPr/>
          </a:pPr>
          <a:endParaRPr lang="en-US"/>
        </a:p>
      </dgm:t>
    </dgm:pt>
    <dgm:pt modelId="{8587F8EB-2E7A-4DE2-9755-AB455C7769EE}" type="sibTrans" cxnId="{5EFABF47-90B4-45F0-B50A-4158AED01A1F}">
      <dgm:prSet/>
      <dgm:spPr bwMode="auto"/>
      <dgm:t>
        <a:bodyPr/>
        <a:lstStyle/>
        <a:p>
          <a:pPr>
            <a:defRPr/>
          </a:pPr>
          <a:endParaRPr lang="en-US"/>
        </a:p>
      </dgm:t>
    </dgm:pt>
    <dgm:pt modelId="{19DEA214-5050-43C3-B7EA-08197052E048}" type="node">
      <dgm:prSet custT="1"/>
      <dgm:spPr bwMode="auto"/>
      <dgm:t>
        <a:bodyPr/>
        <a:lstStyle/>
        <a:p>
          <a:pPr>
            <a:defRPr/>
          </a:pPr>
          <a:r>
            <a:rPr lang="en-US" sz="1200"/>
            <a:t>Deploy, Review Phase</a:t>
          </a:r>
          <a:endParaRPr/>
        </a:p>
      </dgm:t>
    </dgm:pt>
    <dgm:pt modelId="{7779DE61-1EDC-4ED1-B245-E91818B4B529}" type="parTrans" cxnId="{729BB89F-0888-4DBB-9EDA-08C7D3B7EAE0}">
      <dgm:prSet/>
      <dgm:spPr bwMode="auto"/>
      <dgm:t>
        <a:bodyPr/>
        <a:lstStyle/>
        <a:p>
          <a:pPr>
            <a:defRPr/>
          </a:pPr>
          <a:endParaRPr lang="en-US"/>
        </a:p>
      </dgm:t>
    </dgm:pt>
    <dgm:pt modelId="{7C51C748-A483-499E-922B-D529A0F1349D}" type="sibTrans" cxnId="{729BB89F-0888-4DBB-9EDA-08C7D3B7EAE0}">
      <dgm:prSet/>
      <dgm:spPr bwMode="auto"/>
      <dgm:t>
        <a:bodyPr/>
        <a:lstStyle/>
        <a:p>
          <a:pPr>
            <a:defRPr/>
          </a:pPr>
          <a:endParaRPr lang="en-US"/>
        </a:p>
      </dgm:t>
    </dgm:pt>
    <dgm:pt modelId="{BE2BD147-3600-4DED-88C6-EDFB3990EB2C}" type="node">
      <dgm:prSet custT="1"/>
      <dgm:spPr bwMode="auto"/>
      <dgm:t>
        <a:bodyPr/>
        <a:lstStyle/>
        <a:p>
          <a:pPr>
            <a:defRPr b="1"/>
          </a:pPr>
          <a:r>
            <a:rPr lang="en-US" sz="1600"/>
            <a:t>Nov-25</a:t>
          </a:r>
          <a:endParaRPr/>
        </a:p>
      </dgm:t>
    </dgm:pt>
    <dgm:pt modelId="{5C9C4CDC-FE9D-4E6A-BA21-B6A52BBCA91A}" type="parTrans" cxnId="{8360283A-07A5-4619-8D64-0167AE48E0BB}">
      <dgm:prSet/>
      <dgm:spPr bwMode="auto"/>
      <dgm:t>
        <a:bodyPr/>
        <a:lstStyle/>
        <a:p>
          <a:pPr>
            <a:defRPr/>
          </a:pPr>
          <a:endParaRPr lang="en-US"/>
        </a:p>
      </dgm:t>
    </dgm:pt>
    <dgm:pt modelId="{0D732E12-F37F-49CE-8551-B5417D14FC71}" type="sibTrans" cxnId="{8360283A-07A5-4619-8D64-0167AE48E0BB}">
      <dgm:prSet/>
      <dgm:spPr bwMode="auto"/>
      <dgm:t>
        <a:bodyPr/>
        <a:lstStyle/>
        <a:p>
          <a:pPr>
            <a:defRPr/>
          </a:pPr>
          <a:endParaRPr lang="en-US"/>
        </a:p>
      </dgm:t>
    </dgm:pt>
    <dgm:pt modelId="{5524A5B6-F395-4FBF-B1FF-84E79B44ED3C}" type="node">
      <dgm:prSet custT="1"/>
      <dgm:spPr bwMode="auto"/>
      <dgm:t>
        <a:bodyPr/>
        <a:lstStyle/>
        <a:p>
          <a:pPr>
            <a:defRPr/>
          </a:pPr>
          <a:r>
            <a:rPr lang="en-US" sz="1200"/>
            <a:t>Development Phase</a:t>
          </a:r>
          <a:endParaRPr/>
        </a:p>
      </dgm:t>
    </dgm:pt>
    <dgm:pt modelId="{2DD9EA73-B76E-4473-BFFD-5E214DD1E611}" type="parTrans" cxnId="{66C57A0F-93ED-4E73-896E-6418B6CD1904}">
      <dgm:prSet/>
      <dgm:spPr bwMode="auto"/>
      <dgm:t>
        <a:bodyPr/>
        <a:lstStyle/>
        <a:p>
          <a:pPr>
            <a:defRPr/>
          </a:pPr>
          <a:endParaRPr lang="en-US"/>
        </a:p>
      </dgm:t>
    </dgm:pt>
    <dgm:pt modelId="{4D8BCB4F-5F2F-4B21-B87B-5A680B837902}" type="sibTrans" cxnId="{66C57A0F-93ED-4E73-896E-6418B6CD1904}">
      <dgm:prSet/>
      <dgm:spPr bwMode="auto"/>
      <dgm:t>
        <a:bodyPr/>
        <a:lstStyle/>
        <a:p>
          <a:pPr>
            <a:defRPr/>
          </a:pPr>
          <a:endParaRPr lang="en-US"/>
        </a:p>
      </dgm:t>
    </dgm:pt>
    <dgm:pt modelId="{9E295FE7-22BC-4E04-9546-A3F0F0C70449}" type="pres">
      <dgm:prSet presAssocID="{0505CDDE-BB7E-478E-8433-8C8A6C249204}" presName="root" presStyleCnt="0">
        <dgm:presLayoutVars>
          <dgm:chMax val="0"/>
          <dgm:chPref val="0"/>
          <dgm:animLvl val="lvl"/>
        </dgm:presLayoutVars>
      </dgm:prSet>
      <dgm:spPr bwMode="auto"/>
    </dgm:pt>
    <dgm:pt modelId="{48867667-C1F5-4F94-9710-B0385974FD24}" type="pres">
      <dgm:prSet presAssocID="{0505CDDE-BB7E-478E-8433-8C8A6C249204}" presName="divider" presStyleLbl="node1" presStyleIdx="0" presStyleCnt="1"/>
      <dgm:spPr bwMode="auto"/>
    </dgm:pt>
    <dgm:pt modelId="{348F49ED-2A52-43A6-8850-1F01558D0889}" type="pres">
      <dgm:prSet presAssocID="{0505CDDE-BB7E-478E-8433-8C8A6C249204}" presName="nodes" presStyleCnt="0">
        <dgm:presLayoutVars>
          <dgm:chMax val="0"/>
          <dgm:chPref val="0"/>
          <dgm:animLvl val="lvl"/>
        </dgm:presLayoutVars>
      </dgm:prSet>
      <dgm:spPr bwMode="auto"/>
    </dgm:pt>
    <dgm:pt modelId="{F61D6786-B4CF-426B-9541-FE10482912AE}" type="pres">
      <dgm:prSet presAssocID="{7C2802B6-4486-48CA-8A07-EE65B0406F45}" presName="composite" presStyleCnt="0"/>
      <dgm:spPr bwMode="auto"/>
    </dgm:pt>
    <dgm:pt modelId="{F0922418-9112-48FC-BFA4-3230DEF1E73B}" type="pres">
      <dgm:prSet presAssocID="{7C2802B6-4486-48CA-8A07-EE65B0406F45}" presName="L1TextContainer" presStyleLbl="revTx" presStyleIdx="0" presStyleCnt="6">
        <dgm:presLayoutVars>
          <dgm:chMax val="1"/>
          <dgm:chPref val="1"/>
          <dgm:bulletEnabled val="1"/>
        </dgm:presLayoutVars>
      </dgm:prSet>
      <dgm:spPr bwMode="auto"/>
    </dgm:pt>
    <dgm:pt modelId="{ED0F856B-C9A9-4BB8-9765-BA3982F9B332}" type="pres">
      <dgm:prSet presAssocID="{7C2802B6-4486-48CA-8A07-EE65B0406F45}" presName="L2TextContainerWrapper" presStyleCnt="0">
        <dgm:presLayoutVars>
          <dgm:chMax val="0"/>
          <dgm:chPref val="0"/>
          <dgm:bulletEnabled val="1"/>
        </dgm:presLayoutVars>
      </dgm:prSet>
      <dgm:spPr bwMode="auto"/>
    </dgm:pt>
    <dgm:pt modelId="{CBF9FEFF-BF1E-4EEB-95D5-C96A5B8740D8}" type="pres">
      <dgm:prSet presAssocID="{7C2802B6-4486-48CA-8A07-EE65B0406F45}" presName="L2TextContainer" presStyleLbl="bgAccFollowNode1" presStyleIdx="0" presStyleCnt="6"/>
      <dgm:spPr bwMode="auto"/>
    </dgm:pt>
    <dgm:pt modelId="{FABE42A5-5082-499D-AE89-D0459CD82001}" type="pres">
      <dgm:prSet presAssocID="{7C2802B6-4486-48CA-8A07-EE65B0406F45}" presName="FlexibleEmptyPlaceHolder" presStyleCnt="0"/>
      <dgm:spPr bwMode="auto"/>
    </dgm:pt>
    <dgm:pt modelId="{45142151-0280-4028-8A62-8EF39117ADEA}" type="pres">
      <dgm:prSet presAssocID="{7C2802B6-4486-48CA-8A07-EE65B0406F45}" presName="ConnectLine" presStyleLbl="alignNode1" presStyleIdx="0" presStyleCnt="6"/>
      <dgm:spPr bwMode="auto">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8BD1F37F-F535-46DC-949F-ECBB0ACA033D}" type="pres">
      <dgm:prSet presAssocID="{7C2802B6-4486-48CA-8A07-EE65B0406F45}" presName="ConnectorPoint" presStyleLbl="fgAcc1" presStyleIdx="0" presStyleCnt="6"/>
      <dgm:spPr bwMode="auto">
        <a:solidFill>
          <a:schemeClr val="lt1">
            <a:hueOff val="0"/>
            <a:satOff val="0"/>
            <a:lumOff val="0"/>
            <a:alphaOff val="0"/>
            <a:alpha val="90000"/>
          </a:schemeClr>
        </a:solidFill>
        <a:ln w="12700" cap="flat" cmpd="sng" algn="ctr">
          <a:noFill/>
          <a:prstDash val="solid"/>
          <a:miter lim="800000"/>
        </a:ln>
        <a:effectLst/>
      </dgm:spPr>
    </dgm:pt>
    <dgm:pt modelId="{7F302D27-79CD-45E0-8958-1A36C587C501}" type="pres">
      <dgm:prSet presAssocID="{7C2802B6-4486-48CA-8A07-EE65B0406F45}" presName="EmptyPlaceHolder" presStyleCnt="0"/>
      <dgm:spPr bwMode="auto"/>
    </dgm:pt>
    <dgm:pt modelId="{7B0FB41E-0769-48C7-A898-A9A14EF5E1E1}" type="pres">
      <dgm:prSet presAssocID="{4F42D10E-E2FA-40C9-88B2-212DFE562161}" presName="spaceBetweenRectangles" presStyleCnt="0"/>
      <dgm:spPr bwMode="auto"/>
    </dgm:pt>
    <dgm:pt modelId="{64DF280F-C8D8-45F0-AE27-1D040375CF8A}" type="pres">
      <dgm:prSet presAssocID="{08D30E86-A5AB-4D64-A020-792207B24654}" presName="composite" presStyleCnt="0"/>
      <dgm:spPr bwMode="auto"/>
    </dgm:pt>
    <dgm:pt modelId="{BCC06704-01E1-4BC1-8D8C-AA5D2C9DD1A8}" type="pres">
      <dgm:prSet presAssocID="{08D30E86-A5AB-4D64-A020-792207B24654}" presName="L1TextContainer" presStyleLbl="revTx" presStyleIdx="1" presStyleCnt="6">
        <dgm:presLayoutVars>
          <dgm:chMax val="1"/>
          <dgm:chPref val="1"/>
          <dgm:bulletEnabled val="1"/>
        </dgm:presLayoutVars>
      </dgm:prSet>
      <dgm:spPr bwMode="auto"/>
    </dgm:pt>
    <dgm:pt modelId="{3F2AFFF3-46EC-410C-92C2-CB0F55FE28E9}" type="pres">
      <dgm:prSet presAssocID="{08D30E86-A5AB-4D64-A020-792207B24654}" presName="L2TextContainerWrapper" presStyleCnt="0">
        <dgm:presLayoutVars>
          <dgm:chMax val="0"/>
          <dgm:chPref val="0"/>
          <dgm:bulletEnabled val="1"/>
        </dgm:presLayoutVars>
      </dgm:prSet>
      <dgm:spPr bwMode="auto"/>
    </dgm:pt>
    <dgm:pt modelId="{F58FD028-E152-4E18-A065-9383A65E604D}" type="pres">
      <dgm:prSet presAssocID="{08D30E86-A5AB-4D64-A020-792207B24654}" presName="L2TextContainer" presStyleLbl="bgAccFollowNode1" presStyleIdx="1" presStyleCnt="6"/>
      <dgm:spPr bwMode="auto"/>
    </dgm:pt>
    <dgm:pt modelId="{37F32632-D346-4E40-B3D7-8D0C76F0441D}" type="pres">
      <dgm:prSet presAssocID="{08D30E86-A5AB-4D64-A020-792207B24654}" presName="FlexibleEmptyPlaceHolder" presStyleCnt="0"/>
      <dgm:spPr bwMode="auto"/>
    </dgm:pt>
    <dgm:pt modelId="{4C37A8CF-1E42-4A5F-B919-52ABE32B4256}" type="pres">
      <dgm:prSet presAssocID="{08D30E86-A5AB-4D64-A020-792207B24654}" presName="ConnectLine" presStyleLbl="alignNode1" presStyleIdx="1" presStyleCnt="6"/>
      <dgm:spPr bwMode="auto">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D0620445-8D1B-4DD6-9F41-079DF702CEAF}" type="pres">
      <dgm:prSet presAssocID="{08D30E86-A5AB-4D64-A020-792207B24654}" presName="ConnectorPoint" presStyleLbl="fgAcc1" presStyleIdx="1" presStyleCnt="6"/>
      <dgm:spPr bwMode="auto">
        <a:solidFill>
          <a:schemeClr val="lt1">
            <a:hueOff val="0"/>
            <a:satOff val="0"/>
            <a:lumOff val="0"/>
            <a:alphaOff val="0"/>
            <a:alpha val="90000"/>
          </a:schemeClr>
        </a:solidFill>
        <a:ln w="12700" cap="flat" cmpd="sng" algn="ctr">
          <a:noFill/>
          <a:prstDash val="solid"/>
          <a:miter lim="800000"/>
        </a:ln>
        <a:effectLst/>
      </dgm:spPr>
    </dgm:pt>
    <dgm:pt modelId="{B469FF2F-7C9E-4C6A-AF8C-BD693AEE1BC8}" type="pres">
      <dgm:prSet presAssocID="{08D30E86-A5AB-4D64-A020-792207B24654}" presName="EmptyPlaceHolder" presStyleCnt="0"/>
      <dgm:spPr bwMode="auto"/>
    </dgm:pt>
    <dgm:pt modelId="{E4B2323F-6740-447C-9727-606C0D66EB26}" type="pres">
      <dgm:prSet presAssocID="{9792C24D-0A8F-4320-90A1-81AB043AFADC}" presName="spaceBetweenRectangles" presStyleCnt="0"/>
      <dgm:spPr bwMode="auto"/>
    </dgm:pt>
    <dgm:pt modelId="{F65C1605-52DE-4F14-8031-0566F469C754}" type="pres">
      <dgm:prSet presAssocID="{B13A38BA-055A-4E86-A16F-F0E96D1F9CD7}" presName="composite" presStyleCnt="0"/>
      <dgm:spPr bwMode="auto"/>
    </dgm:pt>
    <dgm:pt modelId="{F9E7478E-38E1-443C-9E1B-F9F959657DD7}" type="pres">
      <dgm:prSet presAssocID="{B13A38BA-055A-4E86-A16F-F0E96D1F9CD7}" presName="L1TextContainer" presStyleLbl="revTx" presStyleIdx="2" presStyleCnt="6">
        <dgm:presLayoutVars>
          <dgm:chMax val="1"/>
          <dgm:chPref val="1"/>
          <dgm:bulletEnabled val="1"/>
        </dgm:presLayoutVars>
      </dgm:prSet>
      <dgm:spPr bwMode="auto"/>
    </dgm:pt>
    <dgm:pt modelId="{9626D979-5B89-4321-80DE-8599DB28C784}" type="pres">
      <dgm:prSet presAssocID="{B13A38BA-055A-4E86-A16F-F0E96D1F9CD7}" presName="L2TextContainerWrapper" presStyleCnt="0">
        <dgm:presLayoutVars>
          <dgm:chMax val="0"/>
          <dgm:chPref val="0"/>
          <dgm:bulletEnabled val="1"/>
        </dgm:presLayoutVars>
      </dgm:prSet>
      <dgm:spPr bwMode="auto"/>
    </dgm:pt>
    <dgm:pt modelId="{A7962088-79A9-4834-83E5-BD2A012DAB01}" type="pres">
      <dgm:prSet presAssocID="{B13A38BA-055A-4E86-A16F-F0E96D1F9CD7}" presName="L2TextContainer" presStyleLbl="bgAccFollowNode1" presStyleIdx="2" presStyleCnt="6"/>
      <dgm:spPr bwMode="auto"/>
    </dgm:pt>
    <dgm:pt modelId="{2FE5D63E-09C6-472C-BC6A-04AB8854EBD1}" type="pres">
      <dgm:prSet presAssocID="{B13A38BA-055A-4E86-A16F-F0E96D1F9CD7}" presName="FlexibleEmptyPlaceHolder" presStyleCnt="0"/>
      <dgm:spPr bwMode="auto"/>
    </dgm:pt>
    <dgm:pt modelId="{B9BF072F-E47E-4573-B4C0-A32BA23841CD}" type="pres">
      <dgm:prSet presAssocID="{B13A38BA-055A-4E86-A16F-F0E96D1F9CD7}" presName="ConnectLine" presStyleLbl="alignNode1" presStyleIdx="2" presStyleCnt="6"/>
      <dgm:spPr bwMode="auto">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C29675A2-AAAE-4BD3-801A-1D850019CA42}" type="pres">
      <dgm:prSet presAssocID="{B13A38BA-055A-4E86-A16F-F0E96D1F9CD7}" presName="ConnectorPoint" presStyleLbl="fgAcc1" presStyleIdx="2" presStyleCnt="6"/>
      <dgm:spPr bwMode="auto">
        <a:solidFill>
          <a:schemeClr val="lt1">
            <a:hueOff val="0"/>
            <a:satOff val="0"/>
            <a:lumOff val="0"/>
            <a:alphaOff val="0"/>
            <a:alpha val="90000"/>
          </a:schemeClr>
        </a:solidFill>
        <a:ln w="12700" cap="flat" cmpd="sng" algn="ctr">
          <a:noFill/>
          <a:prstDash val="solid"/>
          <a:miter lim="800000"/>
        </a:ln>
        <a:effectLst/>
      </dgm:spPr>
    </dgm:pt>
    <dgm:pt modelId="{AF11EAAE-12E3-44FE-AFE8-46FFB258F9A2}" type="pres">
      <dgm:prSet presAssocID="{B13A38BA-055A-4E86-A16F-F0E96D1F9CD7}" presName="EmptyPlaceHolder" presStyleCnt="0"/>
      <dgm:spPr bwMode="auto"/>
    </dgm:pt>
    <dgm:pt modelId="{9FC2311D-AFAB-4195-97E5-AB3E1A87EBED}" type="pres">
      <dgm:prSet presAssocID="{502E10A3-F1FB-44A5-B7EA-89645D3511A7}" presName="spaceBetweenRectangles" presStyleCnt="0"/>
      <dgm:spPr bwMode="auto"/>
    </dgm:pt>
    <dgm:pt modelId="{75CB35A7-5E85-499F-8626-261A405EE426}" type="pres">
      <dgm:prSet presAssocID="{537C5240-83C5-4E10-AFC5-99A67678E4E4}" presName="composite" presStyleCnt="0"/>
      <dgm:spPr bwMode="auto"/>
    </dgm:pt>
    <dgm:pt modelId="{22FC36CB-F0E6-4BAD-A090-FB5BECE97C80}" type="pres">
      <dgm:prSet presAssocID="{537C5240-83C5-4E10-AFC5-99A67678E4E4}" presName="L1TextContainer" presStyleLbl="revTx" presStyleIdx="3" presStyleCnt="6">
        <dgm:presLayoutVars>
          <dgm:chMax val="1"/>
          <dgm:chPref val="1"/>
          <dgm:bulletEnabled val="1"/>
        </dgm:presLayoutVars>
      </dgm:prSet>
      <dgm:spPr bwMode="auto"/>
    </dgm:pt>
    <dgm:pt modelId="{3531D609-1C8D-43EB-8B05-8EC89E9373D2}" type="pres">
      <dgm:prSet presAssocID="{537C5240-83C5-4E10-AFC5-99A67678E4E4}" presName="L2TextContainerWrapper" presStyleCnt="0">
        <dgm:presLayoutVars>
          <dgm:chMax val="0"/>
          <dgm:chPref val="0"/>
          <dgm:bulletEnabled val="1"/>
        </dgm:presLayoutVars>
      </dgm:prSet>
      <dgm:spPr bwMode="auto"/>
    </dgm:pt>
    <dgm:pt modelId="{7E9B56F9-FF98-4778-9F38-0D069F222F23}" type="pres">
      <dgm:prSet presAssocID="{537C5240-83C5-4E10-AFC5-99A67678E4E4}" presName="L2TextContainer" presStyleLbl="bgAccFollowNode1" presStyleIdx="3" presStyleCnt="6"/>
      <dgm:spPr bwMode="auto"/>
    </dgm:pt>
    <dgm:pt modelId="{DF43716E-E634-4498-A04C-A88A02A83A46}" type="pres">
      <dgm:prSet presAssocID="{537C5240-83C5-4E10-AFC5-99A67678E4E4}" presName="FlexibleEmptyPlaceHolder" presStyleCnt="0"/>
      <dgm:spPr bwMode="auto"/>
    </dgm:pt>
    <dgm:pt modelId="{8E372144-D73F-4D89-99E1-672218A74E3F}" type="pres">
      <dgm:prSet presAssocID="{537C5240-83C5-4E10-AFC5-99A67678E4E4}" presName="ConnectLine" presStyleLbl="alignNode1" presStyleIdx="3" presStyleCnt="6"/>
      <dgm:spPr bwMode="auto">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72670C09-0078-4DBD-AA07-402A07581B21}" type="pres">
      <dgm:prSet presAssocID="{537C5240-83C5-4E10-AFC5-99A67678E4E4}" presName="ConnectorPoint" presStyleLbl="fgAcc1" presStyleIdx="3" presStyleCnt="6"/>
      <dgm:spPr bwMode="auto">
        <a:solidFill>
          <a:schemeClr val="lt1">
            <a:hueOff val="0"/>
            <a:satOff val="0"/>
            <a:lumOff val="0"/>
            <a:alphaOff val="0"/>
            <a:alpha val="90000"/>
          </a:schemeClr>
        </a:solidFill>
        <a:ln w="12700" cap="flat" cmpd="sng" algn="ctr">
          <a:noFill/>
          <a:prstDash val="solid"/>
          <a:miter lim="800000"/>
        </a:ln>
        <a:effectLst/>
      </dgm:spPr>
    </dgm:pt>
    <dgm:pt modelId="{3A18DB3B-670C-42A1-92C7-3CF285D45E28}" type="pres">
      <dgm:prSet presAssocID="{537C5240-83C5-4E10-AFC5-99A67678E4E4}" presName="EmptyPlaceHolder" presStyleCnt="0"/>
      <dgm:spPr bwMode="auto"/>
    </dgm:pt>
    <dgm:pt modelId="{B808DB4B-74D8-40E9-A15C-708FC32AC93A}" type="pres">
      <dgm:prSet presAssocID="{6042AB8D-FBD6-4C84-8C54-F8EEA9F3BAFC}" presName="spaceBetweenRectangles" presStyleCnt="0"/>
      <dgm:spPr bwMode="auto"/>
    </dgm:pt>
    <dgm:pt modelId="{449B6F43-BF88-40C8-AD7E-C465045E1FB4}" type="pres">
      <dgm:prSet presAssocID="{467A28E8-877D-4528-AF06-E265B6473AE6}" presName="composite" presStyleCnt="0"/>
      <dgm:spPr bwMode="auto"/>
    </dgm:pt>
    <dgm:pt modelId="{00CCCCB1-72DC-4FCE-922C-8D5A0B0BEC92}" type="pres">
      <dgm:prSet presAssocID="{467A28E8-877D-4528-AF06-E265B6473AE6}" presName="L1TextContainer" presStyleLbl="revTx" presStyleIdx="4" presStyleCnt="6">
        <dgm:presLayoutVars>
          <dgm:chMax val="1"/>
          <dgm:chPref val="1"/>
          <dgm:bulletEnabled val="1"/>
        </dgm:presLayoutVars>
      </dgm:prSet>
      <dgm:spPr bwMode="auto"/>
    </dgm:pt>
    <dgm:pt modelId="{2320CE98-78E9-4431-B3C5-26E9AE8A3CA0}" type="pres">
      <dgm:prSet presAssocID="{467A28E8-877D-4528-AF06-E265B6473AE6}" presName="L2TextContainerWrapper" presStyleCnt="0">
        <dgm:presLayoutVars>
          <dgm:chMax val="0"/>
          <dgm:chPref val="0"/>
          <dgm:bulletEnabled val="1"/>
        </dgm:presLayoutVars>
      </dgm:prSet>
      <dgm:spPr bwMode="auto"/>
    </dgm:pt>
    <dgm:pt modelId="{770183DB-C8FC-42D4-B08E-45BCB594321D}" type="pres">
      <dgm:prSet presAssocID="{467A28E8-877D-4528-AF06-E265B6473AE6}" presName="L2TextContainer" presStyleLbl="bgAccFollowNode1" presStyleIdx="4" presStyleCnt="6"/>
      <dgm:spPr bwMode="auto"/>
    </dgm:pt>
    <dgm:pt modelId="{655FD555-DFE3-443D-95B4-1B41CD98338F}" type="pres">
      <dgm:prSet presAssocID="{467A28E8-877D-4528-AF06-E265B6473AE6}" presName="FlexibleEmptyPlaceHolder" presStyleCnt="0"/>
      <dgm:spPr bwMode="auto"/>
    </dgm:pt>
    <dgm:pt modelId="{92BA9AC4-C8CD-4E2D-B6A8-16776437CDA2}" type="pres">
      <dgm:prSet presAssocID="{467A28E8-877D-4528-AF06-E265B6473AE6}" presName="ConnectLine" presStyleLbl="alignNode1" presStyleIdx="4" presStyleCnt="6"/>
      <dgm:spPr bwMode="auto">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6A2C9FB6-EB09-4A27-9813-8069F619DCDE}" type="pres">
      <dgm:prSet presAssocID="{467A28E8-877D-4528-AF06-E265B6473AE6}" presName="ConnectorPoint" presStyleLbl="fgAcc1" presStyleIdx="4" presStyleCnt="6"/>
      <dgm:spPr bwMode="auto">
        <a:solidFill>
          <a:schemeClr val="lt1">
            <a:hueOff val="0"/>
            <a:satOff val="0"/>
            <a:lumOff val="0"/>
            <a:alphaOff val="0"/>
            <a:alpha val="90000"/>
          </a:schemeClr>
        </a:solidFill>
        <a:ln w="12700" cap="flat" cmpd="sng" algn="ctr">
          <a:noFill/>
          <a:prstDash val="solid"/>
          <a:miter lim="800000"/>
        </a:ln>
        <a:effectLst/>
      </dgm:spPr>
    </dgm:pt>
    <dgm:pt modelId="{A3762732-25C3-4EA7-946C-E0945DF58699}" type="pres">
      <dgm:prSet presAssocID="{467A28E8-877D-4528-AF06-E265B6473AE6}" presName="EmptyPlaceHolder" presStyleCnt="0"/>
      <dgm:spPr bwMode="auto"/>
    </dgm:pt>
    <dgm:pt modelId="{E71570B0-9A9F-4B82-BACC-8162F5556867}" type="pres">
      <dgm:prSet presAssocID="{8587F8EB-2E7A-4DE2-9755-AB455C7769EE}" presName="spaceBetweenRectangles" presStyleCnt="0"/>
      <dgm:spPr bwMode="auto"/>
    </dgm:pt>
    <dgm:pt modelId="{1D62FDEC-EFD1-4393-B526-296755F2C83B}" type="pres">
      <dgm:prSet presAssocID="{BE2BD147-3600-4DED-88C6-EDFB3990EB2C}" presName="composite" presStyleCnt="0"/>
      <dgm:spPr bwMode="auto"/>
    </dgm:pt>
    <dgm:pt modelId="{9AC19391-D05A-4A1A-9D4A-C15104511084}" type="pres">
      <dgm:prSet presAssocID="{BE2BD147-3600-4DED-88C6-EDFB3990EB2C}" presName="L1TextContainer" presStyleLbl="revTx" presStyleIdx="5" presStyleCnt="6">
        <dgm:presLayoutVars>
          <dgm:chMax val="1"/>
          <dgm:chPref val="1"/>
          <dgm:bulletEnabled val="1"/>
        </dgm:presLayoutVars>
      </dgm:prSet>
      <dgm:spPr bwMode="auto"/>
    </dgm:pt>
    <dgm:pt modelId="{98DD8A50-1C96-4A4F-992E-59AECF486C54}" type="pres">
      <dgm:prSet presAssocID="{BE2BD147-3600-4DED-88C6-EDFB3990EB2C}" presName="L2TextContainerWrapper" presStyleCnt="0">
        <dgm:presLayoutVars>
          <dgm:chMax val="0"/>
          <dgm:chPref val="0"/>
          <dgm:bulletEnabled val="1"/>
        </dgm:presLayoutVars>
      </dgm:prSet>
      <dgm:spPr bwMode="auto"/>
    </dgm:pt>
    <dgm:pt modelId="{21FAAFA0-5A54-407F-AA4A-8584CD009663}" type="pres">
      <dgm:prSet presAssocID="{BE2BD147-3600-4DED-88C6-EDFB3990EB2C}" presName="L2TextContainer" presStyleLbl="bgAccFollowNode1" presStyleIdx="5" presStyleCnt="6"/>
      <dgm:spPr bwMode="auto"/>
    </dgm:pt>
    <dgm:pt modelId="{98227228-AF45-4670-A455-AD71DAC17A8C}" type="pres">
      <dgm:prSet presAssocID="{BE2BD147-3600-4DED-88C6-EDFB3990EB2C}" presName="FlexibleEmptyPlaceHolder" presStyleCnt="0"/>
      <dgm:spPr bwMode="auto"/>
    </dgm:pt>
    <dgm:pt modelId="{9C3751DB-E09B-4802-A66D-F07AE39983EC}" type="pres">
      <dgm:prSet presAssocID="{BE2BD147-3600-4DED-88C6-EDFB3990EB2C}" presName="ConnectLine" presStyleLbl="alignNode1" presStyleIdx="5" presStyleCnt="6"/>
      <dgm:spPr bwMode="auto">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1509A8C0-6F68-4CDB-983D-6AE718E86613}" type="pres">
      <dgm:prSet presAssocID="{BE2BD147-3600-4DED-88C6-EDFB3990EB2C}" presName="ConnectorPoint" presStyleLbl="fgAcc1" presStyleIdx="5" presStyleCnt="6"/>
      <dgm:spPr bwMode="auto">
        <a:solidFill>
          <a:schemeClr val="lt1">
            <a:hueOff val="0"/>
            <a:satOff val="0"/>
            <a:lumOff val="0"/>
            <a:alphaOff val="0"/>
            <a:alpha val="90000"/>
          </a:schemeClr>
        </a:solidFill>
        <a:ln w="12700" cap="flat" cmpd="sng" algn="ctr">
          <a:noFill/>
          <a:prstDash val="solid"/>
          <a:miter lim="800000"/>
        </a:ln>
        <a:effectLst/>
      </dgm:spPr>
    </dgm:pt>
    <dgm:pt modelId="{925C65A7-9522-4C98-B51F-D2D715897478}" type="pres">
      <dgm:prSet presAssocID="{BE2BD147-3600-4DED-88C6-EDFB3990EB2C}" presName="EmptyPlaceHolder" presStyleCnt="0"/>
      <dgm:spPr bwMode="auto"/>
    </dgm:pt>
  </dgm:ptLst>
  <dgm:cxnLst>
    <dgm:cxn modelId="{64CCE807-D795-475E-AF64-3D61371D9ABF}" type="parOf" srcId="{537C5240-83C5-4E10-AFC5-99A67678E4E4}" destId="{1CFDD33F-E04D-411E-9454-404A3EAC4687}" srcOrd="0" destOrd="0" parTransId="{D9DBA9EF-7ED3-40BC-ABC7-10097E7DA42E}" sibTransId="{11737BEA-5EF1-4C37-8F99-5BEC30760F18}"/>
    <dgm:cxn modelId="{F9056508-CA51-4ECF-810F-6F937946B10C}" type="parOf" srcId="{0505CDDE-BB7E-478E-8433-8C8A6C249204}" destId="{7C2802B6-4486-48CA-8A07-EE65B0406F45}" srcOrd="0" destOrd="0" parTransId="{57051F93-9014-4DA2-A006-323ACE994891}" sibTransId="{4F42D10E-E2FA-40C9-88B2-212DFE562161}"/>
    <dgm:cxn modelId="{66C57A0F-93ED-4E73-896E-6418B6CD1904}" type="parOf" srcId="{BE2BD147-3600-4DED-88C6-EDFB3990EB2C}" destId="{5524A5B6-F395-4FBF-B1FF-84E79B44ED3C}" srcOrd="0" destOrd="0" parTransId="{2DD9EA73-B76E-4473-BFFD-5E214DD1E611}" sibTransId="{4D8BCB4F-5F2F-4B21-B87B-5A680B837902}"/>
    <dgm:cxn modelId="{03AD7E1E-0B75-4FC0-8819-FBE91E02CC44}" type="presOf" srcId="{14ACDAF3-A039-44C6-9BC0-71619089A953}" destId="{F58FD028-E152-4E18-A065-9383A65E604D}" srcOrd="0" destOrd="0" presId="urn:microsoft.com/office/officeart/2017/3/layout/HorizontalPathTimeline"/>
    <dgm:cxn modelId="{93F53E22-7687-4C35-92C6-62ECDE87C12E}" type="presOf" srcId="{DF6CF1C4-4904-4FD0-A998-5C74AFC45709}" destId="{A7962088-79A9-4834-83E5-BD2A012DAB01}" srcOrd="0" destOrd="0" presId="urn:microsoft.com/office/officeart/2017/3/layout/HorizontalPathTimeline"/>
    <dgm:cxn modelId="{947DA126-545D-4941-A4F3-892E34ED0235}" type="presOf" srcId="{1CFDD33F-E04D-411E-9454-404A3EAC4687}" destId="{7E9B56F9-FF98-4778-9F38-0D069F222F23}" srcOrd="0" destOrd="0" presId="urn:microsoft.com/office/officeart/2017/3/layout/HorizontalPathTimeline"/>
    <dgm:cxn modelId="{725FE32C-17EF-45B0-B985-2BFDC8224242}" type="presOf" srcId="{AA3ED062-B1E6-453E-B492-DDAED95341C9}" destId="{CBF9FEFF-BF1E-4EEB-95D5-C96A5B8740D8}" srcOrd="0" destOrd="0" presId="urn:microsoft.com/office/officeart/2017/3/layout/HorizontalPathTimeline"/>
    <dgm:cxn modelId="{8360283A-07A5-4619-8D64-0167AE48E0BB}" type="parOf" srcId="{0505CDDE-BB7E-478E-8433-8C8A6C249204}" destId="{BE2BD147-3600-4DED-88C6-EDFB3990EB2C}" srcOrd="5" destOrd="0" parTransId="{5C9C4CDC-FE9D-4E6A-BA21-B6A52BBCA91A}" sibTransId="{0D732E12-F37F-49CE-8551-B5417D14FC71}"/>
    <dgm:cxn modelId="{9D4D295E-E94E-48F0-A5FF-A95A3016944B}" type="parOf" srcId="{0505CDDE-BB7E-478E-8433-8C8A6C249204}" destId="{537C5240-83C5-4E10-AFC5-99A67678E4E4}" srcOrd="3" destOrd="0" parTransId="{77761014-A4D7-446C-BE11-B9826CCCA83F}" sibTransId="{6042AB8D-FBD6-4C84-8C54-F8EEA9F3BAFC}"/>
    <dgm:cxn modelId="{5EFABF47-90B4-45F0-B50A-4158AED01A1F}" type="parOf" srcId="{0505CDDE-BB7E-478E-8433-8C8A6C249204}" destId="{467A28E8-877D-4528-AF06-E265B6473AE6}" srcOrd="4" destOrd="0" parTransId="{C03E4386-7B43-48E3-9F99-F3FD5EF402E4}" sibTransId="{8587F8EB-2E7A-4DE2-9755-AB455C7769EE}"/>
    <dgm:cxn modelId="{A4B14248-81B7-44B1-833E-1B10BF2C0AF1}" type="parOf" srcId="{0505CDDE-BB7E-478E-8433-8C8A6C249204}" destId="{B13A38BA-055A-4E86-A16F-F0E96D1F9CD7}" srcOrd="2" destOrd="0" parTransId="{2D4F1C95-4F2D-4452-B041-0C1F32DD3BB2}" sibTransId="{502E10A3-F1FB-44A5-B7EA-89645D3511A7}"/>
    <dgm:cxn modelId="{429F2F6F-19B1-4E32-AB21-38655764C443}" type="presOf" srcId="{467A28E8-877D-4528-AF06-E265B6473AE6}" destId="{00CCCCB1-72DC-4FCE-922C-8D5A0B0BEC92}" srcOrd="0" destOrd="0" presId="urn:microsoft.com/office/officeart/2017/3/layout/HorizontalPathTimeline"/>
    <dgm:cxn modelId="{109E8A51-8290-4ACF-ADDD-D3D452FD3CB6}" type="parOf" srcId="{7C2802B6-4486-48CA-8A07-EE65B0406F45}" destId="{AA3ED062-B1E6-453E-B492-DDAED95341C9}" srcOrd="0" destOrd="0" parTransId="{372749B8-C2AB-4C0C-8EF1-EAEA6C75FF85}" sibTransId="{BF5E4CDA-6E47-4969-8690-3A78C2985BC9}"/>
    <dgm:cxn modelId="{8E6EA174-9DF3-41DA-8487-BC74268190EA}" type="parOf" srcId="{08D30E86-A5AB-4D64-A020-792207B24654}" destId="{14ACDAF3-A039-44C6-9BC0-71619089A953}" srcOrd="0" destOrd="0" parTransId="{3A742572-76FA-4E1B-93FF-52EE5C35A2AB}" sibTransId="{68C6B46E-D7F2-4889-8DE2-6F58B6FFF952}"/>
    <dgm:cxn modelId="{68836F75-5956-4326-920F-C99236A1D0F3}" type="presOf" srcId="{0505CDDE-BB7E-478E-8433-8C8A6C249204}" destId="{9E295FE7-22BC-4E04-9546-A3F0F0C70449}" srcOrd="0" destOrd="0" presId="urn:microsoft.com/office/officeart/2017/3/layout/HorizontalPathTimeline"/>
    <dgm:cxn modelId="{915EDE87-CC54-4288-B9B6-A96DFAFA68CF}" type="presOf" srcId="{B13A38BA-055A-4E86-A16F-F0E96D1F9CD7}" destId="{F9E7478E-38E1-443C-9E1B-F9F959657DD7}" srcOrd="0" destOrd="0" presId="urn:microsoft.com/office/officeart/2017/3/layout/HorizontalPathTimeline"/>
    <dgm:cxn modelId="{2CC33E9F-27CE-4ECE-8BF3-4BECADE935B5}" type="presOf" srcId="{08D30E86-A5AB-4D64-A020-792207B24654}" destId="{BCC06704-01E1-4BC1-8D8C-AA5D2C9DD1A8}" srcOrd="0" destOrd="0" presId="urn:microsoft.com/office/officeart/2017/3/layout/HorizontalPathTimeline"/>
    <dgm:cxn modelId="{729BB89F-0888-4DBB-9EDA-08C7D3B7EAE0}" type="parOf" srcId="{467A28E8-877D-4528-AF06-E265B6473AE6}" destId="{19DEA214-5050-43C3-B7EA-08197052E048}" srcOrd="0" destOrd="0" parTransId="{7779DE61-1EDC-4ED1-B245-E91818B4B529}" sibTransId="{7C51C748-A483-499E-922B-D529A0F1349D}"/>
    <dgm:cxn modelId="{433995A0-9835-4C99-AECD-EF5ABE27CF04}" type="presOf" srcId="{7C2802B6-4486-48CA-8A07-EE65B0406F45}" destId="{F0922418-9112-48FC-BFA4-3230DEF1E73B}" srcOrd="0" destOrd="0" presId="urn:microsoft.com/office/officeart/2017/3/layout/HorizontalPathTimeline"/>
    <dgm:cxn modelId="{C3C04EBF-2150-48FD-A6BA-CBE7B2FAF19A}" type="presOf" srcId="{19DEA214-5050-43C3-B7EA-08197052E048}" destId="{770183DB-C8FC-42D4-B08E-45BCB594321D}" srcOrd="0" destOrd="0" presId="urn:microsoft.com/office/officeart/2017/3/layout/HorizontalPathTimeline"/>
    <dgm:cxn modelId="{A9DFC2C7-820A-486A-9096-9DEE77988A57}" type="presOf" srcId="{BE2BD147-3600-4DED-88C6-EDFB3990EB2C}" destId="{9AC19391-D05A-4A1A-9D4A-C15104511084}" srcOrd="0" destOrd="0" presId="urn:microsoft.com/office/officeart/2017/3/layout/HorizontalPathTimeline"/>
    <dgm:cxn modelId="{9316A6CB-EDC0-40F6-B6F2-90C979AD89FC}" type="presOf" srcId="{5524A5B6-F395-4FBF-B1FF-84E79B44ED3C}" destId="{21FAAFA0-5A54-407F-AA4A-8584CD009663}" srcOrd="0" destOrd="0" presId="urn:microsoft.com/office/officeart/2017/3/layout/HorizontalPathTimeline"/>
    <dgm:cxn modelId="{20B6EEE9-9535-4E99-BD81-A9598C7EE3CC}" type="presOf" srcId="{537C5240-83C5-4E10-AFC5-99A67678E4E4}" destId="{22FC36CB-F0E6-4BAD-A090-FB5BECE97C80}" srcOrd="0" destOrd="0" presId="urn:microsoft.com/office/officeart/2017/3/layout/HorizontalPathTimeline"/>
    <dgm:cxn modelId="{202186F2-B47E-4750-A180-9F43F8BC552C}" type="parOf" srcId="{B13A38BA-055A-4E86-A16F-F0E96D1F9CD7}" destId="{DF6CF1C4-4904-4FD0-A998-5C74AFC45709}" srcOrd="0" destOrd="0" parTransId="{204A065F-3AC0-4D0D-8C53-1A88517111BB}" sibTransId="{7067E633-94F5-4664-A9D0-02038468EA93}"/>
    <dgm:cxn modelId="{01556EF7-A497-4C01-AEE8-866371ABCE30}" type="parOf" srcId="{0505CDDE-BB7E-478E-8433-8C8A6C249204}" destId="{08D30E86-A5AB-4D64-A020-792207B24654}" srcOrd="1" destOrd="0" parTransId="{2A035DDE-98F2-4CB3-B8A9-5A89E9A4F133}" sibTransId="{9792C24D-0A8F-4320-90A1-81AB043AFADC}"/>
    <dgm:cxn modelId="{DA17A362-4B04-489E-B07B-F27DE054748F}" type="presParOf" srcId="{9E295FE7-22BC-4E04-9546-A3F0F0C70449}" destId="{48867667-C1F5-4F94-9710-B0385974FD24}" srcOrd="0" destOrd="0" presId="urn:microsoft.com/office/officeart/2017/3/layout/HorizontalPathTimeline"/>
    <dgm:cxn modelId="{865626E2-56D9-469B-A924-5B5597AB8A1B}" type="presParOf" srcId="{9E295FE7-22BC-4E04-9546-A3F0F0C70449}" destId="{348F49ED-2A52-43A6-8850-1F01558D0889}" srcOrd="1" destOrd="0" presId="urn:microsoft.com/office/officeart/2017/3/layout/HorizontalPathTimeline"/>
    <dgm:cxn modelId="{A3433FB6-3467-4E6F-8466-EFB0D454351A}" type="presParOf" srcId="{348F49ED-2A52-43A6-8850-1F01558D0889}" destId="{F61D6786-B4CF-426B-9541-FE10482912AE}" srcOrd="0" destOrd="0" presId="urn:microsoft.com/office/officeart/2017/3/layout/HorizontalPathTimeline"/>
    <dgm:cxn modelId="{81F16E43-BB32-44A3-8896-11E6EF65B691}" type="presParOf" srcId="{F61D6786-B4CF-426B-9541-FE10482912AE}" destId="{F0922418-9112-48FC-BFA4-3230DEF1E73B}" srcOrd="0" destOrd="0" presId="urn:microsoft.com/office/officeart/2017/3/layout/HorizontalPathTimeline"/>
    <dgm:cxn modelId="{00FE09E9-F7A0-4553-AF73-BA4A86726CFC}" type="presParOf" srcId="{F61D6786-B4CF-426B-9541-FE10482912AE}" destId="{ED0F856B-C9A9-4BB8-9765-BA3982F9B332}" srcOrd="1" destOrd="0" presId="urn:microsoft.com/office/officeart/2017/3/layout/HorizontalPathTimeline"/>
    <dgm:cxn modelId="{785994C7-B74E-4748-96DE-9AED8D87CA3B}" type="presParOf" srcId="{ED0F856B-C9A9-4BB8-9765-BA3982F9B332}" destId="{CBF9FEFF-BF1E-4EEB-95D5-C96A5B8740D8}" srcOrd="0" destOrd="0" presId="urn:microsoft.com/office/officeart/2017/3/layout/HorizontalPathTimeline"/>
    <dgm:cxn modelId="{9F9BA661-0FA8-48D7-8569-77A53F02D435}" type="presParOf" srcId="{ED0F856B-C9A9-4BB8-9765-BA3982F9B332}" destId="{FABE42A5-5082-499D-AE89-D0459CD82001}" srcOrd="1" destOrd="0" presId="urn:microsoft.com/office/officeart/2017/3/layout/HorizontalPathTimeline"/>
    <dgm:cxn modelId="{49408A55-94DA-44A9-B42E-16A4484AFE22}" type="presParOf" srcId="{F61D6786-B4CF-426B-9541-FE10482912AE}" destId="{45142151-0280-4028-8A62-8EF39117ADEA}" srcOrd="2" destOrd="0" presId="urn:microsoft.com/office/officeart/2017/3/layout/HorizontalPathTimeline"/>
    <dgm:cxn modelId="{B75E9C29-FC76-4693-A2A7-715C920AF035}" type="presParOf" srcId="{F61D6786-B4CF-426B-9541-FE10482912AE}" destId="{8BD1F37F-F535-46DC-949F-ECBB0ACA033D}" srcOrd="3" destOrd="0" presId="urn:microsoft.com/office/officeart/2017/3/layout/HorizontalPathTimeline"/>
    <dgm:cxn modelId="{4C085146-9FF7-4DAA-8A9A-D0F4784AE574}" type="presParOf" srcId="{F61D6786-B4CF-426B-9541-FE10482912AE}" destId="{7F302D27-79CD-45E0-8958-1A36C587C501}" srcOrd="4" destOrd="0" presId="urn:microsoft.com/office/officeart/2017/3/layout/HorizontalPathTimeline"/>
    <dgm:cxn modelId="{ACB65D27-A6D9-42CF-978C-B3B751F17893}" type="presParOf" srcId="{348F49ED-2A52-43A6-8850-1F01558D0889}" destId="{7B0FB41E-0769-48C7-A898-A9A14EF5E1E1}" srcOrd="1" destOrd="0" presId="urn:microsoft.com/office/officeart/2017/3/layout/HorizontalPathTimeline"/>
    <dgm:cxn modelId="{45773651-DCBD-4D6C-B70C-978205DF8C1D}" type="presParOf" srcId="{348F49ED-2A52-43A6-8850-1F01558D0889}" destId="{64DF280F-C8D8-45F0-AE27-1D040375CF8A}" srcOrd="2" destOrd="0" presId="urn:microsoft.com/office/officeart/2017/3/layout/HorizontalPathTimeline"/>
    <dgm:cxn modelId="{50828919-B125-443F-9826-79D1298666F0}" type="presParOf" srcId="{64DF280F-C8D8-45F0-AE27-1D040375CF8A}" destId="{BCC06704-01E1-4BC1-8D8C-AA5D2C9DD1A8}" srcOrd="0" destOrd="0" presId="urn:microsoft.com/office/officeart/2017/3/layout/HorizontalPathTimeline"/>
    <dgm:cxn modelId="{46C4B39F-AB62-41D2-B8A0-5D9A4DF23EBC}" type="presParOf" srcId="{64DF280F-C8D8-45F0-AE27-1D040375CF8A}" destId="{3F2AFFF3-46EC-410C-92C2-CB0F55FE28E9}" srcOrd="1" destOrd="0" presId="urn:microsoft.com/office/officeart/2017/3/layout/HorizontalPathTimeline"/>
    <dgm:cxn modelId="{DD1F7C5F-83D9-4A39-B7C9-2B19BE7384F3}" type="presParOf" srcId="{3F2AFFF3-46EC-410C-92C2-CB0F55FE28E9}" destId="{F58FD028-E152-4E18-A065-9383A65E604D}" srcOrd="0" destOrd="0" presId="urn:microsoft.com/office/officeart/2017/3/layout/HorizontalPathTimeline"/>
    <dgm:cxn modelId="{EB39BECC-08C7-4DAB-BA01-916CDE4AC5C4}" type="presParOf" srcId="{3F2AFFF3-46EC-410C-92C2-CB0F55FE28E9}" destId="{37F32632-D346-4E40-B3D7-8D0C76F0441D}" srcOrd="1" destOrd="0" presId="urn:microsoft.com/office/officeart/2017/3/layout/HorizontalPathTimeline"/>
    <dgm:cxn modelId="{124EC798-E7F9-44E8-8653-4BEBB1079060}" type="presParOf" srcId="{64DF280F-C8D8-45F0-AE27-1D040375CF8A}" destId="{4C37A8CF-1E42-4A5F-B919-52ABE32B4256}" srcOrd="2" destOrd="0" presId="urn:microsoft.com/office/officeart/2017/3/layout/HorizontalPathTimeline"/>
    <dgm:cxn modelId="{B6BBDC9C-3448-4C1A-8821-245F90D46502}" type="presParOf" srcId="{64DF280F-C8D8-45F0-AE27-1D040375CF8A}" destId="{D0620445-8D1B-4DD6-9F41-079DF702CEAF}" srcOrd="3" destOrd="0" presId="urn:microsoft.com/office/officeart/2017/3/layout/HorizontalPathTimeline"/>
    <dgm:cxn modelId="{66F6BBE7-136D-4423-AB13-49F364D2E1C1}" type="presParOf" srcId="{64DF280F-C8D8-45F0-AE27-1D040375CF8A}" destId="{B469FF2F-7C9E-4C6A-AF8C-BD693AEE1BC8}" srcOrd="4" destOrd="0" presId="urn:microsoft.com/office/officeart/2017/3/layout/HorizontalPathTimeline"/>
    <dgm:cxn modelId="{0F14477F-91B5-48A1-BC7B-043B9CB32E74}" type="presParOf" srcId="{348F49ED-2A52-43A6-8850-1F01558D0889}" destId="{E4B2323F-6740-447C-9727-606C0D66EB26}" srcOrd="3" destOrd="0" presId="urn:microsoft.com/office/officeart/2017/3/layout/HorizontalPathTimeline"/>
    <dgm:cxn modelId="{87389482-8344-4AAD-8B40-59C069F5C319}" type="presParOf" srcId="{348F49ED-2A52-43A6-8850-1F01558D0889}" destId="{F65C1605-52DE-4F14-8031-0566F469C754}" srcOrd="4" destOrd="0" presId="urn:microsoft.com/office/officeart/2017/3/layout/HorizontalPathTimeline"/>
    <dgm:cxn modelId="{5215FAAB-8A2A-4E05-AC35-E676105E214F}" type="presParOf" srcId="{F65C1605-52DE-4F14-8031-0566F469C754}" destId="{F9E7478E-38E1-443C-9E1B-F9F959657DD7}" srcOrd="0" destOrd="0" presId="urn:microsoft.com/office/officeart/2017/3/layout/HorizontalPathTimeline"/>
    <dgm:cxn modelId="{E65DA1AF-64B2-4045-9310-63CE2F9A239B}" type="presParOf" srcId="{F65C1605-52DE-4F14-8031-0566F469C754}" destId="{9626D979-5B89-4321-80DE-8599DB28C784}" srcOrd="1" destOrd="0" presId="urn:microsoft.com/office/officeart/2017/3/layout/HorizontalPathTimeline"/>
    <dgm:cxn modelId="{24088745-7758-4927-8B0D-86E6C8029634}" type="presParOf" srcId="{9626D979-5B89-4321-80DE-8599DB28C784}" destId="{A7962088-79A9-4834-83E5-BD2A012DAB01}" srcOrd="0" destOrd="0" presId="urn:microsoft.com/office/officeart/2017/3/layout/HorizontalPathTimeline"/>
    <dgm:cxn modelId="{3E6496A0-5760-40F7-95A5-8927F69D6BBD}" type="presParOf" srcId="{9626D979-5B89-4321-80DE-8599DB28C784}" destId="{2FE5D63E-09C6-472C-BC6A-04AB8854EBD1}" srcOrd="1" destOrd="0" presId="urn:microsoft.com/office/officeart/2017/3/layout/HorizontalPathTimeline"/>
    <dgm:cxn modelId="{2D520FD2-949C-4EDB-B5A4-D147F0BE9803}" type="presParOf" srcId="{F65C1605-52DE-4F14-8031-0566F469C754}" destId="{B9BF072F-E47E-4573-B4C0-A32BA23841CD}" srcOrd="2" destOrd="0" presId="urn:microsoft.com/office/officeart/2017/3/layout/HorizontalPathTimeline"/>
    <dgm:cxn modelId="{C79C656A-E1E1-4CBB-AA98-5FBF972D952A}" type="presParOf" srcId="{F65C1605-52DE-4F14-8031-0566F469C754}" destId="{C29675A2-AAAE-4BD3-801A-1D850019CA42}" srcOrd="3" destOrd="0" presId="urn:microsoft.com/office/officeart/2017/3/layout/HorizontalPathTimeline"/>
    <dgm:cxn modelId="{ED1DC5F7-7595-4FAD-B1EB-67DBF5E282C5}" type="presParOf" srcId="{F65C1605-52DE-4F14-8031-0566F469C754}" destId="{AF11EAAE-12E3-44FE-AFE8-46FFB258F9A2}" srcOrd="4" destOrd="0" presId="urn:microsoft.com/office/officeart/2017/3/layout/HorizontalPathTimeline"/>
    <dgm:cxn modelId="{9360AC23-8D52-4894-8063-8A56907EF918}" type="presParOf" srcId="{348F49ED-2A52-43A6-8850-1F01558D0889}" destId="{9FC2311D-AFAB-4195-97E5-AB3E1A87EBED}" srcOrd="5" destOrd="0" presId="urn:microsoft.com/office/officeart/2017/3/layout/HorizontalPathTimeline"/>
    <dgm:cxn modelId="{BA35F585-09E6-4328-B9DE-F13AAB08C2BF}" type="presParOf" srcId="{348F49ED-2A52-43A6-8850-1F01558D0889}" destId="{75CB35A7-5E85-499F-8626-261A405EE426}" srcOrd="6" destOrd="0" presId="urn:microsoft.com/office/officeart/2017/3/layout/HorizontalPathTimeline"/>
    <dgm:cxn modelId="{41196389-1ADF-423F-BC3A-431308F54ED1}" type="presParOf" srcId="{75CB35A7-5E85-499F-8626-261A405EE426}" destId="{22FC36CB-F0E6-4BAD-A090-FB5BECE97C80}" srcOrd="0" destOrd="0" presId="urn:microsoft.com/office/officeart/2017/3/layout/HorizontalPathTimeline"/>
    <dgm:cxn modelId="{CA8F52FF-7043-4112-995E-F5BF74A8D7F9}" type="presParOf" srcId="{75CB35A7-5E85-499F-8626-261A405EE426}" destId="{3531D609-1C8D-43EB-8B05-8EC89E9373D2}" srcOrd="1" destOrd="0" presId="urn:microsoft.com/office/officeart/2017/3/layout/HorizontalPathTimeline"/>
    <dgm:cxn modelId="{F8DCDE68-9AD0-4D37-8CC9-5CBAAFB25A6E}" type="presParOf" srcId="{3531D609-1C8D-43EB-8B05-8EC89E9373D2}" destId="{7E9B56F9-FF98-4778-9F38-0D069F222F23}" srcOrd="0" destOrd="0" presId="urn:microsoft.com/office/officeart/2017/3/layout/HorizontalPathTimeline"/>
    <dgm:cxn modelId="{2BF9C0AC-8C53-4591-B24A-778780879571}" type="presParOf" srcId="{3531D609-1C8D-43EB-8B05-8EC89E9373D2}" destId="{DF43716E-E634-4498-A04C-A88A02A83A46}" srcOrd="1" destOrd="0" presId="urn:microsoft.com/office/officeart/2017/3/layout/HorizontalPathTimeline"/>
    <dgm:cxn modelId="{5F03C149-5135-4E2E-AF93-7E973329B27F}" type="presParOf" srcId="{75CB35A7-5E85-499F-8626-261A405EE426}" destId="{8E372144-D73F-4D89-99E1-672218A74E3F}" srcOrd="2" destOrd="0" presId="urn:microsoft.com/office/officeart/2017/3/layout/HorizontalPathTimeline"/>
    <dgm:cxn modelId="{9ACBFBF4-102C-4AF9-A302-92F1DA67BAC9}" type="presParOf" srcId="{75CB35A7-5E85-499F-8626-261A405EE426}" destId="{72670C09-0078-4DBD-AA07-402A07581B21}" srcOrd="3" destOrd="0" presId="urn:microsoft.com/office/officeart/2017/3/layout/HorizontalPathTimeline"/>
    <dgm:cxn modelId="{0C1C6009-15E1-4569-AE29-A39CCE2DBE25}" type="presParOf" srcId="{75CB35A7-5E85-499F-8626-261A405EE426}" destId="{3A18DB3B-670C-42A1-92C7-3CF285D45E28}" srcOrd="4" destOrd="0" presId="urn:microsoft.com/office/officeart/2017/3/layout/HorizontalPathTimeline"/>
    <dgm:cxn modelId="{7EF764B2-89A2-4B18-B0AD-B18BD788B85F}" type="presParOf" srcId="{348F49ED-2A52-43A6-8850-1F01558D0889}" destId="{B808DB4B-74D8-40E9-A15C-708FC32AC93A}" srcOrd="7" destOrd="0" presId="urn:microsoft.com/office/officeart/2017/3/layout/HorizontalPathTimeline"/>
    <dgm:cxn modelId="{B72B150F-D754-4BB4-A525-D3FC9933D697}" type="presParOf" srcId="{348F49ED-2A52-43A6-8850-1F01558D0889}" destId="{449B6F43-BF88-40C8-AD7E-C465045E1FB4}" srcOrd="8" destOrd="0" presId="urn:microsoft.com/office/officeart/2017/3/layout/HorizontalPathTimeline"/>
    <dgm:cxn modelId="{DAE2EEC7-9108-426F-A4BA-09606F396D6B}" type="presParOf" srcId="{449B6F43-BF88-40C8-AD7E-C465045E1FB4}" destId="{00CCCCB1-72DC-4FCE-922C-8D5A0B0BEC92}" srcOrd="0" destOrd="0" presId="urn:microsoft.com/office/officeart/2017/3/layout/HorizontalPathTimeline"/>
    <dgm:cxn modelId="{B69B8BD1-1793-48B8-A871-584835CE28FB}" type="presParOf" srcId="{449B6F43-BF88-40C8-AD7E-C465045E1FB4}" destId="{2320CE98-78E9-4431-B3C5-26E9AE8A3CA0}" srcOrd="1" destOrd="0" presId="urn:microsoft.com/office/officeart/2017/3/layout/HorizontalPathTimeline"/>
    <dgm:cxn modelId="{7091F9E4-CF75-4D24-B4CC-54784CCCCB4E}" type="presParOf" srcId="{2320CE98-78E9-4431-B3C5-26E9AE8A3CA0}" destId="{770183DB-C8FC-42D4-B08E-45BCB594321D}" srcOrd="0" destOrd="0" presId="urn:microsoft.com/office/officeart/2017/3/layout/HorizontalPathTimeline"/>
    <dgm:cxn modelId="{6DB75655-01C7-4179-B9F3-80D9F2CB5D53}" type="presParOf" srcId="{2320CE98-78E9-4431-B3C5-26E9AE8A3CA0}" destId="{655FD555-DFE3-443D-95B4-1B41CD98338F}" srcOrd="1" destOrd="0" presId="urn:microsoft.com/office/officeart/2017/3/layout/HorizontalPathTimeline"/>
    <dgm:cxn modelId="{94691394-5190-4916-AB32-0C4BEAC0793E}" type="presParOf" srcId="{449B6F43-BF88-40C8-AD7E-C465045E1FB4}" destId="{92BA9AC4-C8CD-4E2D-B6A8-16776437CDA2}" srcOrd="2" destOrd="0" presId="urn:microsoft.com/office/officeart/2017/3/layout/HorizontalPathTimeline"/>
    <dgm:cxn modelId="{2C688C36-EDD2-4533-9417-27AA685AA408}" type="presParOf" srcId="{449B6F43-BF88-40C8-AD7E-C465045E1FB4}" destId="{6A2C9FB6-EB09-4A27-9813-8069F619DCDE}" srcOrd="3" destOrd="0" presId="urn:microsoft.com/office/officeart/2017/3/layout/HorizontalPathTimeline"/>
    <dgm:cxn modelId="{C61098CC-1552-43A0-81A6-BB83109105AD}" type="presParOf" srcId="{449B6F43-BF88-40C8-AD7E-C465045E1FB4}" destId="{A3762732-25C3-4EA7-946C-E0945DF58699}" srcOrd="4" destOrd="0" presId="urn:microsoft.com/office/officeart/2017/3/layout/HorizontalPathTimeline"/>
    <dgm:cxn modelId="{9F4E86DE-00C3-4B4C-9DA4-B3BBBDD2725A}" type="presParOf" srcId="{348F49ED-2A52-43A6-8850-1F01558D0889}" destId="{E71570B0-9A9F-4B82-BACC-8162F5556867}" srcOrd="9" destOrd="0" presId="urn:microsoft.com/office/officeart/2017/3/layout/HorizontalPathTimeline"/>
    <dgm:cxn modelId="{53CF6F87-7A37-40FD-8104-82927A322827}" type="presParOf" srcId="{348F49ED-2A52-43A6-8850-1F01558D0889}" destId="{1D62FDEC-EFD1-4393-B526-296755F2C83B}" srcOrd="10" destOrd="0" presId="urn:microsoft.com/office/officeart/2017/3/layout/HorizontalPathTimeline"/>
    <dgm:cxn modelId="{676B6CC7-3024-46AF-9FD4-59F60C554413}" type="presParOf" srcId="{1D62FDEC-EFD1-4393-B526-296755F2C83B}" destId="{9AC19391-D05A-4A1A-9D4A-C15104511084}" srcOrd="0" destOrd="0" presId="urn:microsoft.com/office/officeart/2017/3/layout/HorizontalPathTimeline"/>
    <dgm:cxn modelId="{C0787A74-B5BA-4175-AABC-F2DB37DA8205}" type="presParOf" srcId="{1D62FDEC-EFD1-4393-B526-296755F2C83B}" destId="{98DD8A50-1C96-4A4F-992E-59AECF486C54}" srcOrd="1" destOrd="0" presId="urn:microsoft.com/office/officeart/2017/3/layout/HorizontalPathTimeline"/>
    <dgm:cxn modelId="{B9378002-D130-4ABC-A719-27FD681FCDB6}" type="presParOf" srcId="{98DD8A50-1C96-4A4F-992E-59AECF486C54}" destId="{21FAAFA0-5A54-407F-AA4A-8584CD009663}" srcOrd="0" destOrd="0" presId="urn:microsoft.com/office/officeart/2017/3/layout/HorizontalPathTimeline"/>
    <dgm:cxn modelId="{91283CD9-03D4-4954-92BC-6C3B0101B80D}" type="presParOf" srcId="{98DD8A50-1C96-4A4F-992E-59AECF486C54}" destId="{98227228-AF45-4670-A455-AD71DAC17A8C}" srcOrd="1" destOrd="0" presId="urn:microsoft.com/office/officeart/2017/3/layout/HorizontalPathTimeline"/>
    <dgm:cxn modelId="{FC482D7B-53A8-40D2-8C54-2BEBEC01D111}" type="presParOf" srcId="{1D62FDEC-EFD1-4393-B526-296755F2C83B}" destId="{9C3751DB-E09B-4802-A66D-F07AE39983EC}" srcOrd="2" destOrd="0" presId="urn:microsoft.com/office/officeart/2017/3/layout/HorizontalPathTimeline"/>
    <dgm:cxn modelId="{0A8920D6-B769-46D4-A4F1-A6C9921428FF}" type="presParOf" srcId="{1D62FDEC-EFD1-4393-B526-296755F2C83B}" destId="{1509A8C0-6F68-4CDB-983D-6AE718E86613}" srcOrd="3" destOrd="0" presId="urn:microsoft.com/office/officeart/2017/3/layout/HorizontalPathTimeline"/>
    <dgm:cxn modelId="{ADFB9818-9F7D-4013-B21A-5B32AAD9DBE0}" type="presParOf" srcId="{1D62FDEC-EFD1-4393-B526-296755F2C83B}" destId="{925C65A7-9522-4C98-B51F-D2D715897478}" srcOrd="4" destOrd="0" presId="urn:microsoft.com/office/officeart/2017/3/layout/HorizontalPathTimeline"/>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2.xml><?xml version="1.0" encoding="utf-8"?>
<dgm:dataModel xmlns:dgm="http://schemas.openxmlformats.org/drawingml/2006/diagram" xmlns:a="http://schemas.openxmlformats.org/drawingml/2006/main" xmlns:r="http://schemas.openxmlformats.org/officeDocument/2006/relationships">
  <dgm:ptLst>
    <dgm:pt modelId="{7DC85071-A627-43FE-8B74-009A9BB15A30}" type="doc">
      <dgm:prSet loTypeId="urn:microsoft.com/office/officeart/2005/8/layout/bProcess3" loCatId="process" qsTypeId="urn:microsoft.com/office/officeart/2005/8/quickstyle/simple1" qsCatId="simple" csTypeId="urn:microsoft.com/office/officeart/2005/8/colors/accent1_2" csCatId="accent1"/>
      <dgm:spPr bwMode="auto"/>
      <dgm:t>
        <a:bodyPr/>
        <a:lstStyle/>
        <a:p>
          <a:pPr>
            <a:defRPr/>
          </a:pPr>
          <a:endParaRPr lang="en-US"/>
        </a:p>
      </dgm:t>
    </dgm:pt>
    <dgm:pt modelId="{1D840ADF-36B4-406E-BCB0-366158202043}" type="node">
      <dgm:prSet custT="1"/>
      <dgm:spPr bwMode="auto"/>
      <dgm:t>
        <a:bodyPr/>
        <a:lstStyle/>
        <a:p>
          <a:pPr>
            <a:defRPr/>
          </a:pPr>
          <a:r>
            <a:rPr lang="en-US" sz="800"/>
            <a:t>A user begins on the Register page in the frontend. Their name, org, and requested role are posted to the backend, which records a PENDING request in the org’s local SQLite database and returns a tracking ID. </a:t>
          </a:r>
          <a:endParaRPr/>
        </a:p>
      </dgm:t>
    </dgm:pt>
    <dgm:pt modelId="{745F53BF-B477-40BB-B0FC-D8E743654CF0}" type="parTrans" cxnId="{4C8AF587-4B79-49B3-A06E-CD00A7B1BB4C}">
      <dgm:prSet/>
      <dgm:spPr bwMode="auto"/>
      <dgm:t>
        <a:bodyPr/>
        <a:lstStyle/>
        <a:p>
          <a:pPr>
            <a:defRPr/>
          </a:pPr>
          <a:endParaRPr lang="en-US" sz="2000"/>
        </a:p>
      </dgm:t>
    </dgm:pt>
    <dgm:pt modelId="{0225C7F0-7F01-4671-A237-1290B440E68A}" type="sibTrans" cxnId="{4C8AF587-4B79-49B3-A06E-CD00A7B1BB4C}">
      <dgm:prSet/>
      <dgm:spPr bwMode="auto"/>
      <dgm:t>
        <a:bodyPr/>
        <a:lstStyle/>
        <a:p>
          <a:pPr>
            <a:defRPr/>
          </a:pPr>
          <a:endParaRPr lang="en-US" sz="2000"/>
        </a:p>
      </dgm:t>
    </dgm:pt>
    <dgm:pt modelId="{B9AFD03E-EC30-4B55-A50E-62B2139C39FD}" type="node">
      <dgm:prSet custT="1"/>
      <dgm:spPr bwMode="auto"/>
      <dgm:t>
        <a:bodyPr/>
        <a:lstStyle/>
        <a:p>
          <a:pPr>
            <a:defRPr/>
          </a:pPr>
          <a:r>
            <a:rPr lang="en-US" sz="800"/>
            <a:t>The user can revisit a Status/Tracker page that polls the backend for changes to that request.</a:t>
          </a:r>
          <a:endParaRPr/>
        </a:p>
      </dgm:t>
    </dgm:pt>
    <dgm:pt modelId="{2B28205A-0C61-4C62-9788-78314EC2FCFD}" type="parTrans" cxnId="{3C72A32E-C15C-4020-B746-D991CBC4C1E8}">
      <dgm:prSet/>
      <dgm:spPr bwMode="auto"/>
      <dgm:t>
        <a:bodyPr/>
        <a:lstStyle/>
        <a:p>
          <a:pPr>
            <a:defRPr/>
          </a:pPr>
          <a:endParaRPr lang="en-US" sz="2000"/>
        </a:p>
      </dgm:t>
    </dgm:pt>
    <dgm:pt modelId="{D2D2C101-2C93-43CE-B3E5-3DDCC592A8E9}" type="sibTrans" cxnId="{3C72A32E-C15C-4020-B746-D991CBC4C1E8}">
      <dgm:prSet/>
      <dgm:spPr bwMode="auto"/>
      <dgm:t>
        <a:bodyPr/>
        <a:lstStyle/>
        <a:p>
          <a:pPr>
            <a:defRPr/>
          </a:pPr>
          <a:endParaRPr lang="en-US" sz="2000"/>
        </a:p>
      </dgm:t>
    </dgm:pt>
    <dgm:pt modelId="{4E52D6C3-C1F5-4134-8932-429DA14B933F}" type="node">
      <dgm:prSet custT="1"/>
      <dgm:spPr bwMode="auto"/>
      <dgm:t>
        <a:bodyPr/>
        <a:lstStyle/>
        <a:p>
          <a:pPr>
            <a:defRPr/>
          </a:pPr>
          <a:r>
            <a:rPr lang="en-US" sz="800"/>
            <a:t>An admin opens the Admin Dashboard in the same org’s frontend. </a:t>
          </a:r>
          <a:endParaRPr/>
        </a:p>
      </dgm:t>
    </dgm:pt>
    <dgm:pt modelId="{3B5F757F-947E-4B9E-B2CA-8CF03D000FE6}" type="parTrans" cxnId="{CF6A4AC7-388E-4259-8FB7-7C9B7556F083}">
      <dgm:prSet/>
      <dgm:spPr bwMode="auto"/>
      <dgm:t>
        <a:bodyPr/>
        <a:lstStyle/>
        <a:p>
          <a:pPr>
            <a:defRPr/>
          </a:pPr>
          <a:endParaRPr lang="en-US" sz="2000"/>
        </a:p>
      </dgm:t>
    </dgm:pt>
    <dgm:pt modelId="{BBEB1C47-BD70-490A-B4B3-4B0CB1AA1AEF}" type="sibTrans" cxnId="{CF6A4AC7-388E-4259-8FB7-7C9B7556F083}">
      <dgm:prSet/>
      <dgm:spPr bwMode="auto"/>
      <dgm:t>
        <a:bodyPr/>
        <a:lstStyle/>
        <a:p>
          <a:pPr>
            <a:defRPr/>
          </a:pPr>
          <a:endParaRPr lang="en-US" sz="2000"/>
        </a:p>
      </dgm:t>
    </dgm:pt>
    <dgm:pt modelId="{341D289C-7114-4828-8FB3-08BD1C09CF08}" type="node">
      <dgm:prSet custT="1"/>
      <dgm:spPr bwMode="auto"/>
      <dgm:t>
        <a:bodyPr/>
        <a:lstStyle/>
        <a:p>
          <a:pPr>
            <a:defRPr/>
          </a:pPr>
          <a:r>
            <a:rPr lang="en-US" sz="800"/>
            <a:t>The dashboard asks the backend for all pending requests from that org. </a:t>
          </a:r>
          <a:endParaRPr/>
        </a:p>
      </dgm:t>
    </dgm:pt>
    <dgm:pt modelId="{32ADD06F-3BD2-480D-BF04-461EDE79D646}" type="parTrans" cxnId="{3CD224D5-DD83-457B-BB28-0B4189207498}">
      <dgm:prSet/>
      <dgm:spPr bwMode="auto"/>
      <dgm:t>
        <a:bodyPr/>
        <a:lstStyle/>
        <a:p>
          <a:pPr>
            <a:defRPr/>
          </a:pPr>
          <a:endParaRPr lang="en-US" sz="2000"/>
        </a:p>
      </dgm:t>
    </dgm:pt>
    <dgm:pt modelId="{E10EAD18-0835-4400-8A15-462856D1BED5}" type="sibTrans" cxnId="{3CD224D5-DD83-457B-BB28-0B4189207498}">
      <dgm:prSet/>
      <dgm:spPr bwMode="auto"/>
      <dgm:t>
        <a:bodyPr/>
        <a:lstStyle/>
        <a:p>
          <a:pPr>
            <a:defRPr/>
          </a:pPr>
          <a:endParaRPr lang="en-US" sz="2000"/>
        </a:p>
      </dgm:t>
    </dgm:pt>
    <dgm:pt modelId="{1B2567AE-6061-44C1-AF8F-62727E4602DF}" type="node">
      <dgm:prSet custT="1"/>
      <dgm:spPr bwMode="auto"/>
      <dgm:t>
        <a:bodyPr/>
        <a:lstStyle/>
        <a:p>
          <a:pPr>
            <a:defRPr/>
          </a:pPr>
          <a:r>
            <a:rPr lang="en-US" sz="800"/>
            <a:t>After the admin verifies the applicant really belongs to the org and the role is appropriate, the admin clicks Approve. </a:t>
          </a:r>
          <a:endParaRPr/>
        </a:p>
      </dgm:t>
    </dgm:pt>
    <dgm:pt modelId="{CB4DD5B1-7B66-46F0-BA6B-1F839850E0F0}" type="parTrans" cxnId="{797BB93A-C049-4AB3-8BDB-3CAD23ACA16D}">
      <dgm:prSet/>
      <dgm:spPr bwMode="auto"/>
      <dgm:t>
        <a:bodyPr/>
        <a:lstStyle/>
        <a:p>
          <a:pPr>
            <a:defRPr/>
          </a:pPr>
          <a:endParaRPr lang="en-US" sz="2000"/>
        </a:p>
      </dgm:t>
    </dgm:pt>
    <dgm:pt modelId="{48AC99D3-EBE3-4365-8904-6817D4704ED4}" type="sibTrans" cxnId="{797BB93A-C049-4AB3-8BDB-3CAD23ACA16D}">
      <dgm:prSet/>
      <dgm:spPr bwMode="auto"/>
      <dgm:t>
        <a:bodyPr/>
        <a:lstStyle/>
        <a:p>
          <a:pPr>
            <a:defRPr/>
          </a:pPr>
          <a:endParaRPr lang="en-US" sz="2000"/>
        </a:p>
      </dgm:t>
    </dgm:pt>
    <dgm:pt modelId="{A5D82FA3-A20B-45DE-81B8-CD0B64696BB7}" type="node">
      <dgm:prSet custT="1"/>
      <dgm:spPr bwMode="auto"/>
      <dgm:t>
        <a:bodyPr/>
        <a:lstStyle/>
        <a:p>
          <a:pPr>
            <a:defRPr/>
          </a:pPr>
          <a:r>
            <a:rPr lang="en-US" sz="800"/>
            <a:t>The backend marks the request APPROVED with an associated enrollment ID and secret (these may have been produced by a separate “register with CA” step). </a:t>
          </a:r>
          <a:endParaRPr/>
        </a:p>
      </dgm:t>
    </dgm:pt>
    <dgm:pt modelId="{C9C307DD-4565-4329-A5BE-B8867088ED2C}" type="parTrans" cxnId="{F8E18A9D-919C-42F8-8CCC-0AC09013D7D6}">
      <dgm:prSet/>
      <dgm:spPr bwMode="auto"/>
      <dgm:t>
        <a:bodyPr/>
        <a:lstStyle/>
        <a:p>
          <a:pPr>
            <a:defRPr/>
          </a:pPr>
          <a:endParaRPr lang="en-US" sz="2000"/>
        </a:p>
      </dgm:t>
    </dgm:pt>
    <dgm:pt modelId="{632B1D09-EFE8-426E-A6F7-9CB0FF1B45D9}" type="sibTrans" cxnId="{F8E18A9D-919C-42F8-8CCC-0AC09013D7D6}">
      <dgm:prSet/>
      <dgm:spPr bwMode="auto"/>
      <dgm:t>
        <a:bodyPr/>
        <a:lstStyle/>
        <a:p>
          <a:pPr>
            <a:defRPr/>
          </a:pPr>
          <a:endParaRPr lang="en-US" sz="2000"/>
        </a:p>
      </dgm:t>
    </dgm:pt>
    <dgm:pt modelId="{5048C0DB-EF07-400C-AE0A-7C48B778CEAA}" type="node">
      <dgm:prSet custT="1"/>
      <dgm:spPr bwMode="auto"/>
      <dgm:t>
        <a:bodyPr/>
        <a:lstStyle/>
        <a:p>
          <a:pPr>
            <a:defRPr/>
          </a:pPr>
          <a:r>
            <a:rPr lang="en-US" sz="800"/>
            <a:t>Because the user’s browser has the tracking ID, the Status page can now reveal the enrollment secret and link to the Enroll page.</a:t>
          </a:r>
          <a:endParaRPr/>
        </a:p>
      </dgm:t>
    </dgm:pt>
    <dgm:pt modelId="{3BE63331-2647-4047-AE9E-96E6D808B1AA}" type="parTrans" cxnId="{732F2835-CDF0-4262-8BD5-81C2DED0DCA3}">
      <dgm:prSet/>
      <dgm:spPr bwMode="auto"/>
      <dgm:t>
        <a:bodyPr/>
        <a:lstStyle/>
        <a:p>
          <a:pPr>
            <a:defRPr/>
          </a:pPr>
          <a:endParaRPr lang="en-US" sz="2000"/>
        </a:p>
      </dgm:t>
    </dgm:pt>
    <dgm:pt modelId="{0675A057-2739-437A-8E64-D91366221EE8}" type="sibTrans" cxnId="{732F2835-CDF0-4262-8BD5-81C2DED0DCA3}">
      <dgm:prSet/>
      <dgm:spPr bwMode="auto"/>
      <dgm:t>
        <a:bodyPr/>
        <a:lstStyle/>
        <a:p>
          <a:pPr>
            <a:defRPr/>
          </a:pPr>
          <a:endParaRPr lang="en-US" sz="2000"/>
        </a:p>
      </dgm:t>
    </dgm:pt>
    <dgm:pt modelId="{88BD3E9F-86EF-4C9E-8195-521BF496B876}" type="node">
      <dgm:prSet custT="1"/>
      <dgm:spPr bwMode="auto"/>
      <dgm:t>
        <a:bodyPr/>
        <a:lstStyle/>
        <a:p>
          <a:pPr>
            <a:defRPr/>
          </a:pPr>
          <a:r>
            <a:rPr lang="en-US" sz="800"/>
            <a:t>On the Enroll page, the user’s browser generates a fresh ECDSA keypair with </a:t>
          </a:r>
          <a:r>
            <a:rPr lang="en-US" sz="800"/>
            <a:t>WebCrypto</a:t>
          </a:r>
          <a:r>
            <a:rPr lang="en-US" sz="800"/>
            <a:t> and builds a CSR (certificate signing request). </a:t>
          </a:r>
          <a:endParaRPr/>
        </a:p>
      </dgm:t>
    </dgm:pt>
    <dgm:pt modelId="{485BD8E5-7C21-403E-B47D-0D8D7728BE5D}" type="parTrans" cxnId="{7F2769EE-1818-497C-BD36-C125D0E929D7}">
      <dgm:prSet/>
      <dgm:spPr bwMode="auto"/>
      <dgm:t>
        <a:bodyPr/>
        <a:lstStyle/>
        <a:p>
          <a:pPr>
            <a:defRPr/>
          </a:pPr>
          <a:endParaRPr lang="en-US" sz="2000"/>
        </a:p>
      </dgm:t>
    </dgm:pt>
    <dgm:pt modelId="{E5D8AB80-654F-4B0E-B69D-6991364AD723}" type="sibTrans" cxnId="{7F2769EE-1818-497C-BD36-C125D0E929D7}">
      <dgm:prSet/>
      <dgm:spPr bwMode="auto"/>
      <dgm:t>
        <a:bodyPr/>
        <a:lstStyle/>
        <a:p>
          <a:pPr>
            <a:defRPr/>
          </a:pPr>
          <a:endParaRPr lang="en-US" sz="2000"/>
        </a:p>
      </dgm:t>
    </dgm:pt>
    <dgm:pt modelId="{8DB8AFD2-7590-4C6F-B1B0-F0BE9628F1A1}" type="node">
      <dgm:prSet custT="1"/>
      <dgm:spPr bwMode="auto"/>
      <dgm:t>
        <a:bodyPr/>
        <a:lstStyle/>
        <a:p>
          <a:pPr>
            <a:defRPr/>
          </a:pPr>
          <a:r>
            <a:rPr lang="en-US" sz="800"/>
            <a:t>The frontend posts the {enrollmentId, secret, csr} to the backend, which simply proxies it to the org’s Fabric CA. The CA returns the user’s certificate (PEM); the backend returns it to the browser. </a:t>
          </a:r>
          <a:endParaRPr/>
        </a:p>
      </dgm:t>
    </dgm:pt>
    <dgm:pt modelId="{E8CFCF5C-B540-43CA-9558-6F491A20FEB7}" type="parTrans" cxnId="{90C8D04A-6F4D-469B-93C4-236F3858816C}">
      <dgm:prSet/>
      <dgm:spPr bwMode="auto"/>
      <dgm:t>
        <a:bodyPr/>
        <a:lstStyle/>
        <a:p>
          <a:pPr>
            <a:defRPr/>
          </a:pPr>
          <a:endParaRPr lang="en-US" sz="2000"/>
        </a:p>
      </dgm:t>
    </dgm:pt>
    <dgm:pt modelId="{79768FBF-114F-4516-8B3C-E0B9E2DA182F}" type="sibTrans" cxnId="{90C8D04A-6F4D-469B-93C4-236F3858816C}">
      <dgm:prSet/>
      <dgm:spPr bwMode="auto"/>
      <dgm:t>
        <a:bodyPr/>
        <a:lstStyle/>
        <a:p>
          <a:pPr>
            <a:defRPr/>
          </a:pPr>
          <a:endParaRPr lang="en-US" sz="2000"/>
        </a:p>
      </dgm:t>
    </dgm:pt>
    <dgm:pt modelId="{B11230A5-B93E-458C-B1DE-4B72C6FB736F}" type="node">
      <dgm:prSet custT="1"/>
      <dgm:spPr bwMode="auto"/>
      <dgm:t>
        <a:bodyPr/>
        <a:lstStyle/>
        <a:p>
          <a:pPr>
            <a:defRPr/>
          </a:pPr>
          <a:r>
            <a:rPr lang="en-US" sz="800"/>
            <a:t>The browser offers a YAML bundle (cert + private key) for download so the user can keep a local copy, and also creates an application account by sending {username, password, role, cert} to the backend. </a:t>
          </a:r>
          <a:endParaRPr/>
        </a:p>
      </dgm:t>
    </dgm:pt>
    <dgm:pt modelId="{439DC0CA-090E-46B9-9909-8B9CF977FCC1}" type="parTrans" cxnId="{9ED7A138-FF64-4B99-8029-6F1CA8F71BDE}">
      <dgm:prSet/>
      <dgm:spPr bwMode="auto"/>
      <dgm:t>
        <a:bodyPr/>
        <a:lstStyle/>
        <a:p>
          <a:pPr>
            <a:defRPr/>
          </a:pPr>
          <a:endParaRPr lang="en-US" sz="2000"/>
        </a:p>
      </dgm:t>
    </dgm:pt>
    <dgm:pt modelId="{079852FB-C6F7-44BA-8D7D-2284293A09BB}" type="sibTrans" cxnId="{9ED7A138-FF64-4B99-8029-6F1CA8F71BDE}">
      <dgm:prSet/>
      <dgm:spPr bwMode="auto"/>
      <dgm:t>
        <a:bodyPr/>
        <a:lstStyle/>
        <a:p>
          <a:pPr>
            <a:defRPr/>
          </a:pPr>
          <a:endParaRPr lang="en-US" sz="2000"/>
        </a:p>
      </dgm:t>
    </dgm:pt>
    <dgm:pt modelId="{B48C86D7-1681-4214-B5A7-2EAFE1412174}" type="node">
      <dgm:prSet custT="1"/>
      <dgm:spPr bwMode="auto"/>
      <dgm:t>
        <a:bodyPr/>
        <a:lstStyle/>
        <a:p>
          <a:pPr>
            <a:defRPr/>
          </a:pPr>
          <a:r>
            <a:rPr lang="en-US" sz="800"/>
            <a:t>The backend stores only the password hash, the public cert, the role, and org info—never the private key.</a:t>
          </a:r>
          <a:endParaRPr/>
        </a:p>
      </dgm:t>
    </dgm:pt>
    <dgm:pt modelId="{070D2C4F-217B-489B-A2D2-7AE166ACA7E2}" type="parTrans" cxnId="{6BA976C0-A8AD-469C-998A-2AC11C4EA643}">
      <dgm:prSet/>
      <dgm:spPr bwMode="auto"/>
      <dgm:t>
        <a:bodyPr/>
        <a:lstStyle/>
        <a:p>
          <a:pPr>
            <a:defRPr/>
          </a:pPr>
          <a:endParaRPr lang="en-US" sz="2000"/>
        </a:p>
      </dgm:t>
    </dgm:pt>
    <dgm:pt modelId="{4D00AD1E-48C4-46F8-8298-7B1D4086E0F6}" type="sibTrans" cxnId="{6BA976C0-A8AD-469C-998A-2AC11C4EA643}">
      <dgm:prSet/>
      <dgm:spPr bwMode="auto"/>
      <dgm:t>
        <a:bodyPr/>
        <a:lstStyle/>
        <a:p>
          <a:pPr>
            <a:defRPr/>
          </a:pPr>
          <a:endParaRPr lang="en-US" sz="2000"/>
        </a:p>
      </dgm:t>
    </dgm:pt>
    <dgm:pt modelId="{6EDFFF4F-9648-475F-AEF3-8647F1004C43}" type="pres">
      <dgm:prSet presAssocID="{7DC85071-A627-43FE-8B74-009A9BB15A30}" presName="Name0" presStyleCnt="0">
        <dgm:presLayoutVars>
          <dgm:dir val="norm"/>
          <dgm:resizeHandles val="exact"/>
        </dgm:presLayoutVars>
      </dgm:prSet>
      <dgm:spPr bwMode="auto"/>
    </dgm:pt>
    <dgm:pt modelId="{7D3B4E01-0963-4FB7-8DAE-836912D726FA}" type="pres">
      <dgm:prSet presAssocID="{1D840ADF-36B4-406E-BCB0-366158202043}" presName="node" presStyleLbl="node1" presStyleIdx="0" presStyleCnt="11">
        <dgm:presLayoutVars>
          <dgm:bulletEnabled val="1"/>
        </dgm:presLayoutVars>
      </dgm:prSet>
      <dgm:spPr bwMode="auto"/>
    </dgm:pt>
    <dgm:pt modelId="{29820CF4-5E9A-4D83-915F-E638BAFE0845}" type="pres">
      <dgm:prSet presAssocID="{0225C7F0-7F01-4671-A237-1290B440E68A}" presName="sibTrans" presStyleLbl="sibTrans1D1" presStyleIdx="0" presStyleCnt="10"/>
      <dgm:spPr bwMode="auto"/>
    </dgm:pt>
    <dgm:pt modelId="{31C47FBC-0552-47FF-9D88-3092A565339D}" type="pres">
      <dgm:prSet presAssocID="{0225C7F0-7F01-4671-A237-1290B440E68A}" presName="connectorText" presStyleLbl="sibTrans1D1" presStyleIdx="0" presStyleCnt="10"/>
      <dgm:spPr bwMode="auto"/>
    </dgm:pt>
    <dgm:pt modelId="{F1AABC6C-64AF-47B3-82FF-287CA6154F53}" type="pres">
      <dgm:prSet presAssocID="{B9AFD03E-EC30-4B55-A50E-62B2139C39FD}" presName="node" presStyleLbl="node1" presStyleIdx="1" presStyleCnt="11">
        <dgm:presLayoutVars>
          <dgm:bulletEnabled val="1"/>
        </dgm:presLayoutVars>
      </dgm:prSet>
      <dgm:spPr bwMode="auto"/>
    </dgm:pt>
    <dgm:pt modelId="{1F1E44F3-3CF5-4969-A1B4-85E932A9814B}" type="pres">
      <dgm:prSet presAssocID="{D2D2C101-2C93-43CE-B3E5-3DDCC592A8E9}" presName="sibTrans" presStyleLbl="sibTrans1D1" presStyleIdx="1" presStyleCnt="10"/>
      <dgm:spPr bwMode="auto"/>
    </dgm:pt>
    <dgm:pt modelId="{DE0E2EA9-CAF5-4AAD-9428-2BC910AF5B93}" type="pres">
      <dgm:prSet presAssocID="{D2D2C101-2C93-43CE-B3E5-3DDCC592A8E9}" presName="connectorText" presStyleLbl="sibTrans1D1" presStyleIdx="1" presStyleCnt="10"/>
      <dgm:spPr bwMode="auto"/>
    </dgm:pt>
    <dgm:pt modelId="{E600C90C-F329-425D-AE57-021D9091A6B1}" type="pres">
      <dgm:prSet presAssocID="{4E52D6C3-C1F5-4134-8932-429DA14B933F}" presName="node" presStyleLbl="node1" presStyleIdx="2" presStyleCnt="11">
        <dgm:presLayoutVars>
          <dgm:bulletEnabled val="1"/>
        </dgm:presLayoutVars>
      </dgm:prSet>
      <dgm:spPr bwMode="auto"/>
    </dgm:pt>
    <dgm:pt modelId="{BAE2A970-AB97-42CB-A00E-397ED379F791}" type="pres">
      <dgm:prSet presAssocID="{BBEB1C47-BD70-490A-B4B3-4B0CB1AA1AEF}" presName="sibTrans" presStyleLbl="sibTrans1D1" presStyleIdx="2" presStyleCnt="10"/>
      <dgm:spPr bwMode="auto"/>
    </dgm:pt>
    <dgm:pt modelId="{BA50B782-B22D-44BD-923E-B0D53A674016}" type="pres">
      <dgm:prSet presAssocID="{BBEB1C47-BD70-490A-B4B3-4B0CB1AA1AEF}" presName="connectorText" presStyleLbl="sibTrans1D1" presStyleIdx="2" presStyleCnt="10"/>
      <dgm:spPr bwMode="auto"/>
    </dgm:pt>
    <dgm:pt modelId="{3BA5EE2D-B781-4CD1-9EAA-F672558410A3}" type="pres">
      <dgm:prSet presAssocID="{341D289C-7114-4828-8FB3-08BD1C09CF08}" presName="node" presStyleLbl="node1" presStyleIdx="3" presStyleCnt="11">
        <dgm:presLayoutVars>
          <dgm:bulletEnabled val="1"/>
        </dgm:presLayoutVars>
      </dgm:prSet>
      <dgm:spPr bwMode="auto"/>
    </dgm:pt>
    <dgm:pt modelId="{40B6855B-B5A1-490D-9583-84A4CA33D3DD}" type="pres">
      <dgm:prSet presAssocID="{E10EAD18-0835-4400-8A15-462856D1BED5}" presName="sibTrans" presStyleLbl="sibTrans1D1" presStyleIdx="3" presStyleCnt="10"/>
      <dgm:spPr bwMode="auto"/>
    </dgm:pt>
    <dgm:pt modelId="{53AF0C38-A1CD-44C7-B39C-4ECD6B862659}" type="pres">
      <dgm:prSet presAssocID="{E10EAD18-0835-4400-8A15-462856D1BED5}" presName="connectorText" presStyleLbl="sibTrans1D1" presStyleIdx="3" presStyleCnt="10"/>
      <dgm:spPr bwMode="auto"/>
    </dgm:pt>
    <dgm:pt modelId="{FB6FC9BE-A176-4545-8AEA-0BBAD0EB95E4}" type="pres">
      <dgm:prSet presAssocID="{1B2567AE-6061-44C1-AF8F-62727E4602DF}" presName="node" presStyleLbl="node1" presStyleIdx="4" presStyleCnt="11">
        <dgm:presLayoutVars>
          <dgm:bulletEnabled val="1"/>
        </dgm:presLayoutVars>
      </dgm:prSet>
      <dgm:spPr bwMode="auto"/>
    </dgm:pt>
    <dgm:pt modelId="{D2013D73-A676-4754-AF07-22B743479CF3}" type="pres">
      <dgm:prSet presAssocID="{48AC99D3-EBE3-4365-8904-6817D4704ED4}" presName="sibTrans" presStyleLbl="sibTrans1D1" presStyleIdx="4" presStyleCnt="10"/>
      <dgm:spPr bwMode="auto"/>
    </dgm:pt>
    <dgm:pt modelId="{5D89327C-1C37-4EAD-A7D7-A921D3196D45}" type="pres">
      <dgm:prSet presAssocID="{48AC99D3-EBE3-4365-8904-6817D4704ED4}" presName="connectorText" presStyleLbl="sibTrans1D1" presStyleIdx="4" presStyleCnt="10"/>
      <dgm:spPr bwMode="auto"/>
    </dgm:pt>
    <dgm:pt modelId="{8764576A-405F-452C-AF87-36682FCFA520}" type="pres">
      <dgm:prSet presAssocID="{A5D82FA3-A20B-45DE-81B8-CD0B64696BB7}" presName="node" presStyleLbl="node1" presStyleIdx="5" presStyleCnt="11">
        <dgm:presLayoutVars>
          <dgm:bulletEnabled val="1"/>
        </dgm:presLayoutVars>
      </dgm:prSet>
      <dgm:spPr bwMode="auto"/>
    </dgm:pt>
    <dgm:pt modelId="{FFA6209D-01CB-4843-B1BE-32DFD587BB20}" type="pres">
      <dgm:prSet presAssocID="{632B1D09-EFE8-426E-A6F7-9CB0FF1B45D9}" presName="sibTrans" presStyleLbl="sibTrans1D1" presStyleIdx="5" presStyleCnt="10"/>
      <dgm:spPr bwMode="auto"/>
    </dgm:pt>
    <dgm:pt modelId="{0FAB8D29-3F92-49D8-8CC7-5A70302CB50D}" type="pres">
      <dgm:prSet presAssocID="{632B1D09-EFE8-426E-A6F7-9CB0FF1B45D9}" presName="connectorText" presStyleLbl="sibTrans1D1" presStyleIdx="5" presStyleCnt="10"/>
      <dgm:spPr bwMode="auto"/>
    </dgm:pt>
    <dgm:pt modelId="{C70CF4E1-77BE-466C-B9A9-068311153485}" type="pres">
      <dgm:prSet presAssocID="{5048C0DB-EF07-400C-AE0A-7C48B778CEAA}" presName="node" presStyleLbl="node1" presStyleIdx="6" presStyleCnt="11">
        <dgm:presLayoutVars>
          <dgm:bulletEnabled val="1"/>
        </dgm:presLayoutVars>
      </dgm:prSet>
      <dgm:spPr bwMode="auto"/>
    </dgm:pt>
    <dgm:pt modelId="{62B194CA-5C80-40F6-9B9C-A90E3A5025DC}" type="pres">
      <dgm:prSet presAssocID="{0675A057-2739-437A-8E64-D91366221EE8}" presName="sibTrans" presStyleLbl="sibTrans1D1" presStyleIdx="6" presStyleCnt="10"/>
      <dgm:spPr bwMode="auto"/>
    </dgm:pt>
    <dgm:pt modelId="{AA0A0965-91AF-4F73-8D99-604F8F6C8671}" type="pres">
      <dgm:prSet presAssocID="{0675A057-2739-437A-8E64-D91366221EE8}" presName="connectorText" presStyleLbl="sibTrans1D1" presStyleIdx="6" presStyleCnt="10"/>
      <dgm:spPr bwMode="auto"/>
    </dgm:pt>
    <dgm:pt modelId="{005DAB29-9F36-4DAB-B403-4F9CC1A8C78E}" type="pres">
      <dgm:prSet presAssocID="{88BD3E9F-86EF-4C9E-8195-521BF496B876}" presName="node" presStyleLbl="node1" presStyleIdx="7" presStyleCnt="11">
        <dgm:presLayoutVars>
          <dgm:bulletEnabled val="1"/>
        </dgm:presLayoutVars>
      </dgm:prSet>
      <dgm:spPr bwMode="auto"/>
    </dgm:pt>
    <dgm:pt modelId="{CF3B2767-DBCE-4095-A955-91926782E326}" type="pres">
      <dgm:prSet presAssocID="{E5D8AB80-654F-4B0E-B69D-6991364AD723}" presName="sibTrans" presStyleLbl="sibTrans1D1" presStyleIdx="7" presStyleCnt="10"/>
      <dgm:spPr bwMode="auto"/>
    </dgm:pt>
    <dgm:pt modelId="{AD12AA31-93A6-49C2-91BD-D92C4E58733D}" type="pres">
      <dgm:prSet presAssocID="{E5D8AB80-654F-4B0E-B69D-6991364AD723}" presName="connectorText" presStyleLbl="sibTrans1D1" presStyleIdx="7" presStyleCnt="10"/>
      <dgm:spPr bwMode="auto"/>
    </dgm:pt>
    <dgm:pt modelId="{8A2888D7-6BE7-4C41-AF1C-9E3E7139BE65}" type="pres">
      <dgm:prSet presAssocID="{8DB8AFD2-7590-4C6F-B1B0-F0BE9628F1A1}" presName="node" presStyleLbl="node1" presStyleIdx="8" presStyleCnt="11">
        <dgm:presLayoutVars>
          <dgm:bulletEnabled val="1"/>
        </dgm:presLayoutVars>
      </dgm:prSet>
      <dgm:spPr bwMode="auto"/>
    </dgm:pt>
    <dgm:pt modelId="{E49F9FEA-555C-4BA9-B957-F0D6F1707280}" type="pres">
      <dgm:prSet presAssocID="{79768FBF-114F-4516-8B3C-E0B9E2DA182F}" presName="sibTrans" presStyleLbl="sibTrans1D1" presStyleIdx="8" presStyleCnt="10"/>
      <dgm:spPr bwMode="auto"/>
    </dgm:pt>
    <dgm:pt modelId="{55A4810E-7F3B-4662-B941-D2BDEB89F6CF}" type="pres">
      <dgm:prSet presAssocID="{79768FBF-114F-4516-8B3C-E0B9E2DA182F}" presName="connectorText" presStyleLbl="sibTrans1D1" presStyleIdx="8" presStyleCnt="10"/>
      <dgm:spPr bwMode="auto"/>
    </dgm:pt>
    <dgm:pt modelId="{2AF0BBA9-658C-40F0-8D41-BB4B4F923C06}" type="pres">
      <dgm:prSet presAssocID="{B11230A5-B93E-458C-B1DE-4B72C6FB736F}" presName="node" presStyleLbl="node1" presStyleIdx="9" presStyleCnt="11">
        <dgm:presLayoutVars>
          <dgm:bulletEnabled val="1"/>
        </dgm:presLayoutVars>
      </dgm:prSet>
      <dgm:spPr bwMode="auto"/>
    </dgm:pt>
    <dgm:pt modelId="{C2DE7574-3CCD-4DE2-ABFA-9B9DC7D1C1D0}" type="pres">
      <dgm:prSet presAssocID="{079852FB-C6F7-44BA-8D7D-2284293A09BB}" presName="sibTrans" presStyleLbl="sibTrans1D1" presStyleIdx="9" presStyleCnt="10"/>
      <dgm:spPr bwMode="auto"/>
    </dgm:pt>
    <dgm:pt modelId="{ED65098E-94C3-4AAE-A787-4CA977313D3E}" type="pres">
      <dgm:prSet presAssocID="{079852FB-C6F7-44BA-8D7D-2284293A09BB}" presName="connectorText" presStyleLbl="sibTrans1D1" presStyleIdx="9" presStyleCnt="10"/>
      <dgm:spPr bwMode="auto"/>
    </dgm:pt>
    <dgm:pt modelId="{0253C424-5347-4A8F-8A18-8D9FB1C86477}" type="pres">
      <dgm:prSet presAssocID="{B48C86D7-1681-4214-B5A7-2EAFE1412174}" presName="node" presStyleLbl="node1" presStyleIdx="10" presStyleCnt="11">
        <dgm:presLayoutVars>
          <dgm:bulletEnabled val="1"/>
        </dgm:presLayoutVars>
      </dgm:prSet>
      <dgm:spPr bwMode="auto"/>
    </dgm:pt>
  </dgm:ptLst>
  <dgm:cxnLst>
    <dgm:cxn modelId="{7E71B904-788F-46BD-955B-E5905432054C}" type="presOf" srcId="{079852FB-C6F7-44BA-8D7D-2284293A09BB}" destId="{C2DE7574-3CCD-4DE2-ABFA-9B9DC7D1C1D0}" srcOrd="0" destOrd="0" presId="urn:microsoft.com/office/officeart/2005/8/layout/bProcess3"/>
    <dgm:cxn modelId="{62803106-69B4-4904-8627-AD59695A9749}" type="presOf" srcId="{79768FBF-114F-4516-8B3C-E0B9E2DA182F}" destId="{55A4810E-7F3B-4662-B941-D2BDEB89F6CF}" srcOrd="1" destOrd="0" presId="urn:microsoft.com/office/officeart/2005/8/layout/bProcess3"/>
    <dgm:cxn modelId="{6F138813-BD93-4F7D-B381-22797A212F42}" type="presOf" srcId="{632B1D09-EFE8-426E-A6F7-9CB0FF1B45D9}" destId="{0FAB8D29-3F92-49D8-8CC7-5A70302CB50D}" srcOrd="1" destOrd="0" presId="urn:microsoft.com/office/officeart/2005/8/layout/bProcess3"/>
    <dgm:cxn modelId="{2679ED19-D569-46B3-BA57-662255E3E59F}" type="presOf" srcId="{7DC85071-A627-43FE-8B74-009A9BB15A30}" destId="{6EDFFF4F-9648-475F-AEF3-8647F1004C43}" srcOrd="0" destOrd="0" presId="urn:microsoft.com/office/officeart/2005/8/layout/bProcess3"/>
    <dgm:cxn modelId="{FB6A3B1B-4211-4EC1-8656-B111D3B2E2D1}" type="presOf" srcId="{0225C7F0-7F01-4671-A237-1290B440E68A}" destId="{29820CF4-5E9A-4D83-915F-E638BAFE0845}" srcOrd="0" destOrd="0" presId="urn:microsoft.com/office/officeart/2005/8/layout/bProcess3"/>
    <dgm:cxn modelId="{3C8A6826-A2E9-4567-86F0-39185F4CDB09}" type="presOf" srcId="{079852FB-C6F7-44BA-8D7D-2284293A09BB}" destId="{ED65098E-94C3-4AAE-A787-4CA977313D3E}" srcOrd="1" destOrd="0" presId="urn:microsoft.com/office/officeart/2005/8/layout/bProcess3"/>
    <dgm:cxn modelId="{7AD57926-A814-4C4B-9134-AD075426B69F}" type="presOf" srcId="{8DB8AFD2-7590-4C6F-B1B0-F0BE9628F1A1}" destId="{8A2888D7-6BE7-4C41-AF1C-9E3E7139BE65}" srcOrd="0" destOrd="0" presId="urn:microsoft.com/office/officeart/2005/8/layout/bProcess3"/>
    <dgm:cxn modelId="{C7246228-63A2-4FD9-A827-196DD682ACAA}" type="presOf" srcId="{48AC99D3-EBE3-4365-8904-6817D4704ED4}" destId="{D2013D73-A676-4754-AF07-22B743479CF3}" srcOrd="0" destOrd="0" presId="urn:microsoft.com/office/officeart/2005/8/layout/bProcess3"/>
    <dgm:cxn modelId="{3C72A32E-C15C-4020-B746-D991CBC4C1E8}" type="parOf" srcId="{7DC85071-A627-43FE-8B74-009A9BB15A30}" destId="{B9AFD03E-EC30-4B55-A50E-62B2139C39FD}" srcOrd="1" destOrd="0" parTransId="{2B28205A-0C61-4C62-9788-78314EC2FCFD}" sibTransId="{D2D2C101-2C93-43CE-B3E5-3DDCC592A8E9}"/>
    <dgm:cxn modelId="{732F2835-CDF0-4262-8BD5-81C2DED0DCA3}" type="parOf" srcId="{7DC85071-A627-43FE-8B74-009A9BB15A30}" destId="{5048C0DB-EF07-400C-AE0A-7C48B778CEAA}" srcOrd="6" destOrd="0" parTransId="{3BE63331-2647-4047-AE9E-96E6D808B1AA}" sibTransId="{0675A057-2739-437A-8E64-D91366221EE8}"/>
    <dgm:cxn modelId="{9ED7A138-FF64-4B99-8029-6F1CA8F71BDE}" type="parOf" srcId="{7DC85071-A627-43FE-8B74-009A9BB15A30}" destId="{B11230A5-B93E-458C-B1DE-4B72C6FB736F}" srcOrd="9" destOrd="0" parTransId="{439DC0CA-090E-46B9-9909-8B9CF977FCC1}" sibTransId="{079852FB-C6F7-44BA-8D7D-2284293A09BB}"/>
    <dgm:cxn modelId="{EB81C238-22CB-4036-A5A7-4BCF0B837234}" type="presOf" srcId="{E10EAD18-0835-4400-8A15-462856D1BED5}" destId="{53AF0C38-A1CD-44C7-B39C-4ECD6B862659}" srcOrd="1" destOrd="0" presId="urn:microsoft.com/office/officeart/2005/8/layout/bProcess3"/>
    <dgm:cxn modelId="{797BB93A-C049-4AB3-8BDB-3CAD23ACA16D}" type="parOf" srcId="{7DC85071-A627-43FE-8B74-009A9BB15A30}" destId="{1B2567AE-6061-44C1-AF8F-62727E4602DF}" srcOrd="4" destOrd="0" parTransId="{CB4DD5B1-7B66-46F0-BA6B-1F839850E0F0}" sibTransId="{48AC99D3-EBE3-4365-8904-6817D4704ED4}"/>
    <dgm:cxn modelId="{A1C69864-1AA5-4A98-951A-CC6D99A41A56}" type="presOf" srcId="{1B2567AE-6061-44C1-AF8F-62727E4602DF}" destId="{FB6FC9BE-A176-4545-8AEA-0BBAD0EB95E4}" srcOrd="0" destOrd="0" presId="urn:microsoft.com/office/officeart/2005/8/layout/bProcess3"/>
    <dgm:cxn modelId="{0996EF44-9FCB-4295-AFCB-612784E0E3F7}" type="presOf" srcId="{E10EAD18-0835-4400-8A15-462856D1BED5}" destId="{40B6855B-B5A1-490D-9583-84A4CA33D3DD}" srcOrd="0" destOrd="0" presId="urn:microsoft.com/office/officeart/2005/8/layout/bProcess3"/>
    <dgm:cxn modelId="{083AFB45-9267-41BF-B649-4A2121C491CD}" type="presOf" srcId="{88BD3E9F-86EF-4C9E-8195-521BF496B876}" destId="{005DAB29-9F36-4DAB-B403-4F9CC1A8C78E}" srcOrd="0" destOrd="0" presId="urn:microsoft.com/office/officeart/2005/8/layout/bProcess3"/>
    <dgm:cxn modelId="{90C8D04A-6F4D-469B-93C4-236F3858816C}" type="parOf" srcId="{7DC85071-A627-43FE-8B74-009A9BB15A30}" destId="{8DB8AFD2-7590-4C6F-B1B0-F0BE9628F1A1}" srcOrd="8" destOrd="0" parTransId="{E8CFCF5C-B540-43CA-9558-6F491A20FEB7}" sibTransId="{79768FBF-114F-4516-8B3C-E0B9E2DA182F}"/>
    <dgm:cxn modelId="{4D8C406E-35C6-4D67-8993-137CA2D02437}" type="presOf" srcId="{4E52D6C3-C1F5-4134-8932-429DA14B933F}" destId="{E600C90C-F329-425D-AE57-021D9091A6B1}" srcOrd="0" destOrd="0" presId="urn:microsoft.com/office/officeart/2005/8/layout/bProcess3"/>
    <dgm:cxn modelId="{6117CA6E-AB23-4978-961C-A74910CE073D}" type="presOf" srcId="{0675A057-2739-437A-8E64-D91366221EE8}" destId="{62B194CA-5C80-40F6-9B9C-A90E3A5025DC}" srcOrd="0" destOrd="0" presId="urn:microsoft.com/office/officeart/2005/8/layout/bProcess3"/>
    <dgm:cxn modelId="{ED036875-2B0E-4DB1-9E90-5F1B443E27C4}" type="presOf" srcId="{A5D82FA3-A20B-45DE-81B8-CD0B64696BB7}" destId="{8764576A-405F-452C-AF87-36682FCFA520}" srcOrd="0" destOrd="0" presId="urn:microsoft.com/office/officeart/2005/8/layout/bProcess3"/>
    <dgm:cxn modelId="{AB40BC56-8223-4F30-9BE9-8123A0877CB2}" type="presOf" srcId="{632B1D09-EFE8-426E-A6F7-9CB0FF1B45D9}" destId="{FFA6209D-01CB-4843-B1BE-32DFD587BB20}" srcOrd="0" destOrd="0" presId="urn:microsoft.com/office/officeart/2005/8/layout/bProcess3"/>
    <dgm:cxn modelId="{63EE3378-B3B1-4F83-BEFB-B0F47DC659B8}" type="presOf" srcId="{0225C7F0-7F01-4671-A237-1290B440E68A}" destId="{31C47FBC-0552-47FF-9D88-3092A565339D}" srcOrd="1" destOrd="0" presId="urn:microsoft.com/office/officeart/2005/8/layout/bProcess3"/>
    <dgm:cxn modelId="{A307167C-DA57-4879-9FF4-AE6DF7ADA023}" type="presOf" srcId="{0675A057-2739-437A-8E64-D91366221EE8}" destId="{AA0A0965-91AF-4F73-8D99-604F8F6C8671}" srcOrd="1" destOrd="0" presId="urn:microsoft.com/office/officeart/2005/8/layout/bProcess3"/>
    <dgm:cxn modelId="{2763CC7F-6856-45CD-903F-F13BAEB551A5}" type="presOf" srcId="{341D289C-7114-4828-8FB3-08BD1C09CF08}" destId="{3BA5EE2D-B781-4CD1-9EAA-F672558410A3}" srcOrd="0" destOrd="0" presId="urn:microsoft.com/office/officeart/2005/8/layout/bProcess3"/>
    <dgm:cxn modelId="{4C8AF587-4B79-49B3-A06E-CD00A7B1BB4C}" type="parOf" srcId="{7DC85071-A627-43FE-8B74-009A9BB15A30}" destId="{1D840ADF-36B4-406E-BCB0-366158202043}" srcOrd="0" destOrd="0" parTransId="{745F53BF-B477-40BB-B0FC-D8E743654CF0}" sibTransId="{0225C7F0-7F01-4671-A237-1290B440E68A}"/>
    <dgm:cxn modelId="{1E798689-D6C3-4607-90A1-AAA6EE106E07}" type="presOf" srcId="{B9AFD03E-EC30-4B55-A50E-62B2139C39FD}" destId="{F1AABC6C-64AF-47B3-82FF-287CA6154F53}" srcOrd="0" destOrd="0" presId="urn:microsoft.com/office/officeart/2005/8/layout/bProcess3"/>
    <dgm:cxn modelId="{C34C698C-4FA8-4115-BDFB-9DE6606FA7AB}" type="presOf" srcId="{D2D2C101-2C93-43CE-B3E5-3DDCC592A8E9}" destId="{1F1E44F3-3CF5-4969-A1B4-85E932A9814B}" srcOrd="0" destOrd="0" presId="urn:microsoft.com/office/officeart/2005/8/layout/bProcess3"/>
    <dgm:cxn modelId="{1856DA8D-BDC1-4A3A-A277-14F7E5FD515F}" type="presOf" srcId="{B11230A5-B93E-458C-B1DE-4B72C6FB736F}" destId="{2AF0BBA9-658C-40F0-8D41-BB4B4F923C06}" srcOrd="0" destOrd="0" presId="urn:microsoft.com/office/officeart/2005/8/layout/bProcess3"/>
    <dgm:cxn modelId="{9067D391-844E-41CF-AD0E-99A11F61810A}" type="presOf" srcId="{D2D2C101-2C93-43CE-B3E5-3DDCC592A8E9}" destId="{DE0E2EA9-CAF5-4AAD-9428-2BC910AF5B93}" srcOrd="1" destOrd="0" presId="urn:microsoft.com/office/officeart/2005/8/layout/bProcess3"/>
    <dgm:cxn modelId="{F8E18A9D-919C-42F8-8CCC-0AC09013D7D6}" type="parOf" srcId="{7DC85071-A627-43FE-8B74-009A9BB15A30}" destId="{A5D82FA3-A20B-45DE-81B8-CD0B64696BB7}" srcOrd="5" destOrd="0" parTransId="{C9C307DD-4565-4329-A5BE-B8867088ED2C}" sibTransId="{632B1D09-EFE8-426E-A6F7-9CB0FF1B45D9}"/>
    <dgm:cxn modelId="{8C1F589E-6FEA-4F8A-AFA5-AE3F07CE89C0}" type="presOf" srcId="{BBEB1C47-BD70-490A-B4B3-4B0CB1AA1AEF}" destId="{BA50B782-B22D-44BD-923E-B0D53A674016}" srcOrd="1" destOrd="0" presId="urn:microsoft.com/office/officeart/2005/8/layout/bProcess3"/>
    <dgm:cxn modelId="{2DAC0AA2-359E-4642-98B7-C52613F03501}" type="presOf" srcId="{48AC99D3-EBE3-4365-8904-6817D4704ED4}" destId="{5D89327C-1C37-4EAD-A7D7-A921D3196D45}" srcOrd="1" destOrd="0" presId="urn:microsoft.com/office/officeart/2005/8/layout/bProcess3"/>
    <dgm:cxn modelId="{D78058A8-8D03-4753-BEB2-2266989C18D7}" type="presOf" srcId="{79768FBF-114F-4516-8B3C-E0B9E2DA182F}" destId="{E49F9FEA-555C-4BA9-B957-F0D6F1707280}" srcOrd="0" destOrd="0" presId="urn:microsoft.com/office/officeart/2005/8/layout/bProcess3"/>
    <dgm:cxn modelId="{A0809FA8-2576-4161-8DCC-026FB3A4AF57}" type="presOf" srcId="{B48C86D7-1681-4214-B5A7-2EAFE1412174}" destId="{0253C424-5347-4A8F-8A18-8D9FB1C86477}" srcOrd="0" destOrd="0" presId="urn:microsoft.com/office/officeart/2005/8/layout/bProcess3"/>
    <dgm:cxn modelId="{D0970FB9-1F73-41F1-A950-363FC0EB8CDB}" type="presOf" srcId="{E5D8AB80-654F-4B0E-B69D-6991364AD723}" destId="{CF3B2767-DBCE-4095-A955-91926782E326}" srcOrd="0" destOrd="0" presId="urn:microsoft.com/office/officeart/2005/8/layout/bProcess3"/>
    <dgm:cxn modelId="{B8F3ECBD-3CB6-418C-BADE-27932EC40E54}" type="presOf" srcId="{1D840ADF-36B4-406E-BCB0-366158202043}" destId="{7D3B4E01-0963-4FB7-8DAE-836912D726FA}" srcOrd="0" destOrd="0" presId="urn:microsoft.com/office/officeart/2005/8/layout/bProcess3"/>
    <dgm:cxn modelId="{6BA976C0-A8AD-469C-998A-2AC11C4EA643}" type="parOf" srcId="{7DC85071-A627-43FE-8B74-009A9BB15A30}" destId="{B48C86D7-1681-4214-B5A7-2EAFE1412174}" srcOrd="10" destOrd="0" parTransId="{070D2C4F-217B-489B-A2D2-7AE166ACA7E2}" sibTransId="{4D00AD1E-48C4-46F8-8298-7B1D4086E0F6}"/>
    <dgm:cxn modelId="{463E93C2-749B-412B-8B11-CA9B9977B723}" type="presOf" srcId="{5048C0DB-EF07-400C-AE0A-7C48B778CEAA}" destId="{C70CF4E1-77BE-466C-B9A9-068311153485}" srcOrd="0" destOrd="0" presId="urn:microsoft.com/office/officeart/2005/8/layout/bProcess3"/>
    <dgm:cxn modelId="{CF6A4AC7-388E-4259-8FB7-7C9B7556F083}" type="parOf" srcId="{7DC85071-A627-43FE-8B74-009A9BB15A30}" destId="{4E52D6C3-C1F5-4134-8932-429DA14B933F}" srcOrd="2" destOrd="0" parTransId="{3B5F757F-947E-4B9E-B2CA-8CF03D000FE6}" sibTransId="{BBEB1C47-BD70-490A-B4B3-4B0CB1AA1AEF}"/>
    <dgm:cxn modelId="{D7A361D4-66D4-4648-97BC-E0802F160DCB}" type="presOf" srcId="{E5D8AB80-654F-4B0E-B69D-6991364AD723}" destId="{AD12AA31-93A6-49C2-91BD-D92C4E58733D}" srcOrd="1" destOrd="0" presId="urn:microsoft.com/office/officeart/2005/8/layout/bProcess3"/>
    <dgm:cxn modelId="{3CD224D5-DD83-457B-BB28-0B4189207498}" type="parOf" srcId="{7DC85071-A627-43FE-8B74-009A9BB15A30}" destId="{341D289C-7114-4828-8FB3-08BD1C09CF08}" srcOrd="3" destOrd="0" parTransId="{32ADD06F-3BD2-480D-BF04-461EDE79D646}" sibTransId="{E10EAD18-0835-4400-8A15-462856D1BED5}"/>
    <dgm:cxn modelId="{7F2769EE-1818-497C-BD36-C125D0E929D7}" type="parOf" srcId="{7DC85071-A627-43FE-8B74-009A9BB15A30}" destId="{88BD3E9F-86EF-4C9E-8195-521BF496B876}" srcOrd="7" destOrd="0" parTransId="{485BD8E5-7C21-403E-B47D-0D8D7728BE5D}" sibTransId="{E5D8AB80-654F-4B0E-B69D-6991364AD723}"/>
    <dgm:cxn modelId="{C0ED6AFE-770A-4230-B852-3D3C2ACC32FB}" type="presOf" srcId="{BBEB1C47-BD70-490A-B4B3-4B0CB1AA1AEF}" destId="{BAE2A970-AB97-42CB-A00E-397ED379F791}" srcOrd="0" destOrd="0" presId="urn:microsoft.com/office/officeart/2005/8/layout/bProcess3"/>
    <dgm:cxn modelId="{F457CC7B-1335-4100-92FD-FFA2BDC6A494}" type="presParOf" srcId="{6EDFFF4F-9648-475F-AEF3-8647F1004C43}" destId="{7D3B4E01-0963-4FB7-8DAE-836912D726FA}" srcOrd="0" destOrd="0" presId="urn:microsoft.com/office/officeart/2005/8/layout/bProcess3"/>
    <dgm:cxn modelId="{AA953942-3BE8-46CB-AAC9-CF3F6A24C91C}" type="presParOf" srcId="{6EDFFF4F-9648-475F-AEF3-8647F1004C43}" destId="{29820CF4-5E9A-4D83-915F-E638BAFE0845}" srcOrd="1" destOrd="0" presId="urn:microsoft.com/office/officeart/2005/8/layout/bProcess3"/>
    <dgm:cxn modelId="{25684B4D-7775-40DE-870B-AA12922CD9CC}" type="presParOf" srcId="{29820CF4-5E9A-4D83-915F-E638BAFE0845}" destId="{31C47FBC-0552-47FF-9D88-3092A565339D}" srcOrd="0" destOrd="0" presId="urn:microsoft.com/office/officeart/2005/8/layout/bProcess3"/>
    <dgm:cxn modelId="{6893AC74-1CFC-4CC2-8396-BABE6CA726D2}" type="presParOf" srcId="{6EDFFF4F-9648-475F-AEF3-8647F1004C43}" destId="{F1AABC6C-64AF-47B3-82FF-287CA6154F53}" srcOrd="2" destOrd="0" presId="urn:microsoft.com/office/officeart/2005/8/layout/bProcess3"/>
    <dgm:cxn modelId="{84DBB266-F759-476D-A094-C1BBF28A03A4}" type="presParOf" srcId="{6EDFFF4F-9648-475F-AEF3-8647F1004C43}" destId="{1F1E44F3-3CF5-4969-A1B4-85E932A9814B}" srcOrd="3" destOrd="0" presId="urn:microsoft.com/office/officeart/2005/8/layout/bProcess3"/>
    <dgm:cxn modelId="{88837957-16C1-48CF-B95D-BC38D1C27EDF}" type="presParOf" srcId="{1F1E44F3-3CF5-4969-A1B4-85E932A9814B}" destId="{DE0E2EA9-CAF5-4AAD-9428-2BC910AF5B93}" srcOrd="0" destOrd="0" presId="urn:microsoft.com/office/officeart/2005/8/layout/bProcess3"/>
    <dgm:cxn modelId="{E81E9E4A-2F9F-4553-84BA-5EB8E1591923}" type="presParOf" srcId="{6EDFFF4F-9648-475F-AEF3-8647F1004C43}" destId="{E600C90C-F329-425D-AE57-021D9091A6B1}" srcOrd="4" destOrd="0" presId="urn:microsoft.com/office/officeart/2005/8/layout/bProcess3"/>
    <dgm:cxn modelId="{CB41C5BD-1D61-459E-BDB6-8069C5BF7206}" type="presParOf" srcId="{6EDFFF4F-9648-475F-AEF3-8647F1004C43}" destId="{BAE2A970-AB97-42CB-A00E-397ED379F791}" srcOrd="5" destOrd="0" presId="urn:microsoft.com/office/officeart/2005/8/layout/bProcess3"/>
    <dgm:cxn modelId="{112E3976-C969-4567-AD20-42E7119FC077}" type="presParOf" srcId="{BAE2A970-AB97-42CB-A00E-397ED379F791}" destId="{BA50B782-B22D-44BD-923E-B0D53A674016}" srcOrd="0" destOrd="0" presId="urn:microsoft.com/office/officeart/2005/8/layout/bProcess3"/>
    <dgm:cxn modelId="{6E8BF22C-CE33-4560-B01D-C330B213E99D}" type="presParOf" srcId="{6EDFFF4F-9648-475F-AEF3-8647F1004C43}" destId="{3BA5EE2D-B781-4CD1-9EAA-F672558410A3}" srcOrd="6" destOrd="0" presId="urn:microsoft.com/office/officeart/2005/8/layout/bProcess3"/>
    <dgm:cxn modelId="{A08160EE-8E37-4310-BE0A-30963869A8B5}" type="presParOf" srcId="{6EDFFF4F-9648-475F-AEF3-8647F1004C43}" destId="{40B6855B-B5A1-490D-9583-84A4CA33D3DD}" srcOrd="7" destOrd="0" presId="urn:microsoft.com/office/officeart/2005/8/layout/bProcess3"/>
    <dgm:cxn modelId="{9BBB5D77-390E-4FA4-9389-EDD63B66AD3A}" type="presParOf" srcId="{40B6855B-B5A1-490D-9583-84A4CA33D3DD}" destId="{53AF0C38-A1CD-44C7-B39C-4ECD6B862659}" srcOrd="0" destOrd="0" presId="urn:microsoft.com/office/officeart/2005/8/layout/bProcess3"/>
    <dgm:cxn modelId="{65FB5B05-6850-4AF9-A6F5-9C40AB73D4F7}" type="presParOf" srcId="{6EDFFF4F-9648-475F-AEF3-8647F1004C43}" destId="{FB6FC9BE-A176-4545-8AEA-0BBAD0EB95E4}" srcOrd="8" destOrd="0" presId="urn:microsoft.com/office/officeart/2005/8/layout/bProcess3"/>
    <dgm:cxn modelId="{7BEEBA97-E034-4727-ACA3-1A8F6CED8D15}" type="presParOf" srcId="{6EDFFF4F-9648-475F-AEF3-8647F1004C43}" destId="{D2013D73-A676-4754-AF07-22B743479CF3}" srcOrd="9" destOrd="0" presId="urn:microsoft.com/office/officeart/2005/8/layout/bProcess3"/>
    <dgm:cxn modelId="{7504AC3C-8538-44F0-96B3-0EB1E7374713}" type="presParOf" srcId="{D2013D73-A676-4754-AF07-22B743479CF3}" destId="{5D89327C-1C37-4EAD-A7D7-A921D3196D45}" srcOrd="0" destOrd="0" presId="urn:microsoft.com/office/officeart/2005/8/layout/bProcess3"/>
    <dgm:cxn modelId="{97BB60E9-6ACF-4EA2-B5D0-BD02A7FD7A82}" type="presParOf" srcId="{6EDFFF4F-9648-475F-AEF3-8647F1004C43}" destId="{8764576A-405F-452C-AF87-36682FCFA520}" srcOrd="10" destOrd="0" presId="urn:microsoft.com/office/officeart/2005/8/layout/bProcess3"/>
    <dgm:cxn modelId="{222682FF-9266-48C1-AB90-8107E47BC56F}" type="presParOf" srcId="{6EDFFF4F-9648-475F-AEF3-8647F1004C43}" destId="{FFA6209D-01CB-4843-B1BE-32DFD587BB20}" srcOrd="11" destOrd="0" presId="urn:microsoft.com/office/officeart/2005/8/layout/bProcess3"/>
    <dgm:cxn modelId="{06F1C513-0C85-43B1-B6EF-C137E7B87389}" type="presParOf" srcId="{FFA6209D-01CB-4843-B1BE-32DFD587BB20}" destId="{0FAB8D29-3F92-49D8-8CC7-5A70302CB50D}" srcOrd="0" destOrd="0" presId="urn:microsoft.com/office/officeart/2005/8/layout/bProcess3"/>
    <dgm:cxn modelId="{7111F7F5-E955-4C26-9F51-C7345AB8A66F}" type="presParOf" srcId="{6EDFFF4F-9648-475F-AEF3-8647F1004C43}" destId="{C70CF4E1-77BE-466C-B9A9-068311153485}" srcOrd="12" destOrd="0" presId="urn:microsoft.com/office/officeart/2005/8/layout/bProcess3"/>
    <dgm:cxn modelId="{903AE4AF-0076-48CD-A4E6-1CD956D9C5D8}" type="presParOf" srcId="{6EDFFF4F-9648-475F-AEF3-8647F1004C43}" destId="{62B194CA-5C80-40F6-9B9C-A90E3A5025DC}" srcOrd="13" destOrd="0" presId="urn:microsoft.com/office/officeart/2005/8/layout/bProcess3"/>
    <dgm:cxn modelId="{AFC86AD3-8274-4CF8-B6CC-92EBE80B4A89}" type="presParOf" srcId="{62B194CA-5C80-40F6-9B9C-A90E3A5025DC}" destId="{AA0A0965-91AF-4F73-8D99-604F8F6C8671}" srcOrd="0" destOrd="0" presId="urn:microsoft.com/office/officeart/2005/8/layout/bProcess3"/>
    <dgm:cxn modelId="{0183A62D-300B-4C0D-BC7C-2165F7EBA516}" type="presParOf" srcId="{6EDFFF4F-9648-475F-AEF3-8647F1004C43}" destId="{005DAB29-9F36-4DAB-B403-4F9CC1A8C78E}" srcOrd="14" destOrd="0" presId="urn:microsoft.com/office/officeart/2005/8/layout/bProcess3"/>
    <dgm:cxn modelId="{4C642E1F-8DE1-45D4-9EF9-4DFE6A44DE2E}" type="presParOf" srcId="{6EDFFF4F-9648-475F-AEF3-8647F1004C43}" destId="{CF3B2767-DBCE-4095-A955-91926782E326}" srcOrd="15" destOrd="0" presId="urn:microsoft.com/office/officeart/2005/8/layout/bProcess3"/>
    <dgm:cxn modelId="{293B5510-49A7-431F-9BA9-24372AB50189}" type="presParOf" srcId="{CF3B2767-DBCE-4095-A955-91926782E326}" destId="{AD12AA31-93A6-49C2-91BD-D92C4E58733D}" srcOrd="0" destOrd="0" presId="urn:microsoft.com/office/officeart/2005/8/layout/bProcess3"/>
    <dgm:cxn modelId="{A9171B15-D02D-4393-934D-B4A3990C47CC}" type="presParOf" srcId="{6EDFFF4F-9648-475F-AEF3-8647F1004C43}" destId="{8A2888D7-6BE7-4C41-AF1C-9E3E7139BE65}" srcOrd="16" destOrd="0" presId="urn:microsoft.com/office/officeart/2005/8/layout/bProcess3"/>
    <dgm:cxn modelId="{6BD51B36-5ACD-417C-BB06-54F78166A39A}" type="presParOf" srcId="{6EDFFF4F-9648-475F-AEF3-8647F1004C43}" destId="{E49F9FEA-555C-4BA9-B957-F0D6F1707280}" srcOrd="17" destOrd="0" presId="urn:microsoft.com/office/officeart/2005/8/layout/bProcess3"/>
    <dgm:cxn modelId="{AA5F49EC-5C71-41C7-9A3D-15BDB2324C15}" type="presParOf" srcId="{E49F9FEA-555C-4BA9-B957-F0D6F1707280}" destId="{55A4810E-7F3B-4662-B941-D2BDEB89F6CF}" srcOrd="0" destOrd="0" presId="urn:microsoft.com/office/officeart/2005/8/layout/bProcess3"/>
    <dgm:cxn modelId="{6914E9BA-7E88-42A0-819A-B882318D1577}" type="presParOf" srcId="{6EDFFF4F-9648-475F-AEF3-8647F1004C43}" destId="{2AF0BBA9-658C-40F0-8D41-BB4B4F923C06}" srcOrd="18" destOrd="0" presId="urn:microsoft.com/office/officeart/2005/8/layout/bProcess3"/>
    <dgm:cxn modelId="{CDD9CD6C-F73F-4680-B40D-5E74275FA7AA}" type="presParOf" srcId="{6EDFFF4F-9648-475F-AEF3-8647F1004C43}" destId="{C2DE7574-3CCD-4DE2-ABFA-9B9DC7D1C1D0}" srcOrd="19" destOrd="0" presId="urn:microsoft.com/office/officeart/2005/8/layout/bProcess3"/>
    <dgm:cxn modelId="{4F0EE657-3483-4AD6-B8BC-43923B33BFFA}" type="presParOf" srcId="{C2DE7574-3CCD-4DE2-ABFA-9B9DC7D1C1D0}" destId="{ED65098E-94C3-4AAE-A787-4CA977313D3E}" srcOrd="0" destOrd="0" presId="urn:microsoft.com/office/officeart/2005/8/layout/bProcess3"/>
    <dgm:cxn modelId="{0B5026DB-DAA2-41AB-BDE7-EA673A8C9BEE}" type="presParOf" srcId="{6EDFFF4F-9648-475F-AEF3-8647F1004C43}" destId="{0253C424-5347-4A8F-8A18-8D9FB1C86477}" srcOrd="20" destOrd="0" presId="urn:microsoft.com/office/officeart/2005/8/layout/bProcess3"/>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3.xml><?xml version="1.0" encoding="utf-8"?>
<dgm:dataModel xmlns:dgm="http://schemas.openxmlformats.org/drawingml/2006/diagram" xmlns:a="http://schemas.openxmlformats.org/drawingml/2006/main" xmlns:r="http://schemas.openxmlformats.org/officeDocument/2006/relationships">
  <dgm:ptLst>
    <dgm:pt modelId="{CD1E8C4E-2138-47F8-8EC5-1A023C46D4F6}" type="doc">
      <dgm:prSet loTypeId="urn:microsoft.com/office/officeart/2005/8/layout/bProcess3" loCatId="process" qsTypeId="urn:microsoft.com/office/officeart/2005/8/quickstyle/simple1" qsCatId="simple" csTypeId="urn:microsoft.com/office/officeart/2005/8/colors/accent1_2" csCatId="accent1" phldr="1"/>
      <dgm:spPr bwMode="auto"/>
      <dgm:t>
        <a:bodyPr/>
        <a:lstStyle/>
        <a:p>
          <a:pPr>
            <a:defRPr/>
          </a:pPr>
          <a:endParaRPr lang="en-US"/>
        </a:p>
      </dgm:t>
    </dgm:pt>
    <dgm:pt modelId="{A8EA2CE9-84F9-4E7F-AFB6-599A8ECDC8CB}" type="node">
      <dgm:prSet custT="1"/>
      <dgm:spPr bwMode="auto"/>
      <dgm:t>
        <a:bodyPr/>
        <a:lstStyle/>
        <a:p>
          <a:pPr>
            <a:defRPr/>
          </a:pPr>
          <a:r>
            <a:rPr lang="en-US" sz="800"/>
            <a:t>For day-to-day access, the user goes to Login. </a:t>
          </a:r>
          <a:endParaRPr/>
        </a:p>
      </dgm:t>
    </dgm:pt>
    <dgm:pt modelId="{1B3893DA-FBAD-43A7-B880-D704927EF7C3}" type="parTrans" cxnId="{E35528FB-55E2-4DD2-B0AB-6113CB1814A0}">
      <dgm:prSet/>
      <dgm:spPr bwMode="auto"/>
      <dgm:t>
        <a:bodyPr/>
        <a:lstStyle/>
        <a:p>
          <a:pPr>
            <a:defRPr/>
          </a:pPr>
          <a:endParaRPr lang="en-US" sz="2400"/>
        </a:p>
      </dgm:t>
    </dgm:pt>
    <dgm:pt modelId="{B84A19C0-6011-4B84-A447-17CE2845DE76}" type="sibTrans" cxnId="{E35528FB-55E2-4DD2-B0AB-6113CB1814A0}">
      <dgm:prSet/>
      <dgm:spPr bwMode="auto"/>
      <dgm:t>
        <a:bodyPr/>
        <a:lstStyle/>
        <a:p>
          <a:pPr>
            <a:defRPr/>
          </a:pPr>
          <a:endParaRPr lang="en-US" sz="2400"/>
        </a:p>
      </dgm:t>
    </dgm:pt>
    <dgm:pt modelId="{C7E35E40-6C53-4F86-AC49-7805BD20AB38}" type="node">
      <dgm:prSet custT="1"/>
      <dgm:spPr bwMode="auto"/>
      <dgm:t>
        <a:bodyPr/>
        <a:lstStyle/>
        <a:p>
          <a:pPr>
            <a:defRPr/>
          </a:pPr>
          <a:r>
            <a:rPr lang="en-US" sz="800"/>
            <a:t>They provide username, password, and paste their cert and private key PEMs. </a:t>
          </a:r>
          <a:endParaRPr/>
        </a:p>
      </dgm:t>
    </dgm:pt>
    <dgm:pt modelId="{D91B9929-8CFF-48AC-9D4E-AA505BD7BD17}" type="parTrans" cxnId="{A12A29B6-81C6-447D-897B-BC3DC4390159}">
      <dgm:prSet/>
      <dgm:spPr bwMode="auto"/>
      <dgm:t>
        <a:bodyPr/>
        <a:lstStyle/>
        <a:p>
          <a:pPr>
            <a:defRPr/>
          </a:pPr>
          <a:endParaRPr lang="en-US" sz="2400"/>
        </a:p>
      </dgm:t>
    </dgm:pt>
    <dgm:pt modelId="{7DE49903-6A85-4ADC-AD72-5191774E8DD3}" type="sibTrans" cxnId="{A12A29B6-81C6-447D-897B-BC3DC4390159}">
      <dgm:prSet/>
      <dgm:spPr bwMode="auto"/>
      <dgm:t>
        <a:bodyPr/>
        <a:lstStyle/>
        <a:p>
          <a:pPr>
            <a:defRPr/>
          </a:pPr>
          <a:endParaRPr lang="en-US" sz="2400"/>
        </a:p>
      </dgm:t>
    </dgm:pt>
    <dgm:pt modelId="{6E91DC21-9D04-4E75-AFF1-E9587544342C}" type="node">
      <dgm:prSet custT="1"/>
      <dgm:spPr bwMode="auto"/>
      <dgm:t>
        <a:bodyPr/>
        <a:lstStyle/>
        <a:p>
          <a:pPr>
            <a:defRPr/>
          </a:pPr>
          <a:r>
            <a:rPr lang="en-US" sz="800"/>
            <a:t>The backend verifies the password against the hash, confirms the key matches the cert (by signing a server-generated nonce), and then creates an in-memory session containing an ephemeral Fabric identity (the cert and key) for that user. </a:t>
          </a:r>
          <a:endParaRPr/>
        </a:p>
      </dgm:t>
    </dgm:pt>
    <dgm:pt modelId="{220D20CD-43B1-4848-BFB6-01D4BDBC1521}" type="parTrans" cxnId="{71F95810-FF7F-455F-9B70-C42CB6CF57AC}">
      <dgm:prSet/>
      <dgm:spPr bwMode="auto"/>
      <dgm:t>
        <a:bodyPr/>
        <a:lstStyle/>
        <a:p>
          <a:pPr>
            <a:defRPr/>
          </a:pPr>
          <a:endParaRPr lang="en-US" sz="2400"/>
        </a:p>
      </dgm:t>
    </dgm:pt>
    <dgm:pt modelId="{48DBB99A-5CC6-43BD-9AD7-239ED7397B85}" type="sibTrans" cxnId="{71F95810-FF7F-455F-9B70-C42CB6CF57AC}">
      <dgm:prSet/>
      <dgm:spPr bwMode="auto"/>
      <dgm:t>
        <a:bodyPr/>
        <a:lstStyle/>
        <a:p>
          <a:pPr>
            <a:defRPr/>
          </a:pPr>
          <a:endParaRPr lang="en-US" sz="2400"/>
        </a:p>
      </dgm:t>
    </dgm:pt>
    <dgm:pt modelId="{71FB16FF-1DE8-4D1F-B0A8-00E3B05A714F}" type="node">
      <dgm:prSet custT="1"/>
      <dgm:spPr bwMode="auto"/>
      <dgm:t>
        <a:bodyPr/>
        <a:lstStyle/>
        <a:p>
          <a:pPr>
            <a:defRPr/>
          </a:pPr>
          <a:r>
            <a:rPr lang="en-US" sz="800"/>
            <a:t>The server sets a session cookie so subsequent API calls can use that identity. Optionally, a short-lived JWT is also returned to let the frontend hide or show UI elements based on role.</a:t>
          </a:r>
          <a:endParaRPr/>
        </a:p>
      </dgm:t>
    </dgm:pt>
    <dgm:pt modelId="{4B1E97A6-AD3A-4149-A29A-58367198A9B9}" type="parTrans" cxnId="{FC534F0F-C651-4CEE-8029-54812CA5154E}">
      <dgm:prSet/>
      <dgm:spPr bwMode="auto"/>
      <dgm:t>
        <a:bodyPr/>
        <a:lstStyle/>
        <a:p>
          <a:pPr>
            <a:defRPr/>
          </a:pPr>
          <a:endParaRPr lang="en-US" sz="2400"/>
        </a:p>
      </dgm:t>
    </dgm:pt>
    <dgm:pt modelId="{7C7169A1-D4E7-4D5F-9C43-C128013D055F}" type="sibTrans" cxnId="{FC534F0F-C651-4CEE-8029-54812CA5154E}">
      <dgm:prSet/>
      <dgm:spPr bwMode="auto"/>
      <dgm:t>
        <a:bodyPr/>
        <a:lstStyle/>
        <a:p>
          <a:pPr>
            <a:defRPr/>
          </a:pPr>
          <a:endParaRPr lang="en-US" sz="2400"/>
        </a:p>
      </dgm:t>
    </dgm:pt>
    <dgm:pt modelId="{99CCE0AF-E89F-47B4-AD15-F58D481D1187}" type="node">
      <dgm:prSet custT="1"/>
      <dgm:spPr bwMode="auto"/>
      <dgm:t>
        <a:bodyPr/>
        <a:lstStyle/>
        <a:p>
          <a:pPr>
            <a:defRPr/>
          </a:pPr>
          <a:r>
            <a:rPr lang="en-US" sz="800"/>
            <a:t>Operational work happens in ManageView. </a:t>
          </a:r>
          <a:endParaRPr/>
        </a:p>
      </dgm:t>
    </dgm:pt>
    <dgm:pt modelId="{70731C64-6AAC-465F-92A8-EFB2DE0F8F52}" type="parTrans" cxnId="{676D0F29-0B2F-41B4-A860-D4A657F8B4EC}">
      <dgm:prSet/>
      <dgm:spPr bwMode="auto"/>
      <dgm:t>
        <a:bodyPr/>
        <a:lstStyle/>
        <a:p>
          <a:pPr>
            <a:defRPr/>
          </a:pPr>
          <a:endParaRPr lang="en-US" sz="2400"/>
        </a:p>
      </dgm:t>
    </dgm:pt>
    <dgm:pt modelId="{D53F0937-C92E-4A35-9421-058A8588825E}" type="sibTrans" cxnId="{676D0F29-0B2F-41B4-A860-D4A657F8B4EC}">
      <dgm:prSet/>
      <dgm:spPr bwMode="auto"/>
      <dgm:t>
        <a:bodyPr/>
        <a:lstStyle/>
        <a:p>
          <a:pPr>
            <a:defRPr/>
          </a:pPr>
          <a:endParaRPr lang="en-US" sz="2400"/>
        </a:p>
      </dgm:t>
    </dgm:pt>
    <dgm:pt modelId="{62D0BBD3-C0D5-48B6-9ED8-75778DAB0C27}" type="node">
      <dgm:prSet custT="1"/>
      <dgm:spPr bwMode="auto"/>
      <dgm:t>
        <a:bodyPr/>
        <a:lstStyle/>
        <a:p>
          <a:pPr>
            <a:defRPr/>
          </a:pPr>
          <a:r>
            <a:rPr lang="en-US" sz="800"/>
            <a:t>The user selects a channel (for example, main) in the UI and composes a STIX object via a form. When they click submit, the frontend posts {stixJson, id?, channel} to the backend while sending the session cookie. </a:t>
          </a:r>
          <a:endParaRPr/>
        </a:p>
      </dgm:t>
    </dgm:pt>
    <dgm:pt modelId="{83228906-24F6-4C2C-8793-FF5AF1E98D8C}" type="parTrans" cxnId="{9B330790-7DCA-43FF-8D92-A69F43A9AEC4}">
      <dgm:prSet/>
      <dgm:spPr bwMode="auto"/>
      <dgm:t>
        <a:bodyPr/>
        <a:lstStyle/>
        <a:p>
          <a:pPr>
            <a:defRPr/>
          </a:pPr>
          <a:endParaRPr lang="en-US" sz="2400"/>
        </a:p>
      </dgm:t>
    </dgm:pt>
    <dgm:pt modelId="{B7C1FCBE-D33D-43B0-858F-257D7C401646}" type="sibTrans" cxnId="{9B330790-7DCA-43FF-8D92-A69F43A9AEC4}">
      <dgm:prSet/>
      <dgm:spPr bwMode="auto"/>
      <dgm:t>
        <a:bodyPr/>
        <a:lstStyle/>
        <a:p>
          <a:pPr>
            <a:defRPr/>
          </a:pPr>
          <a:endParaRPr lang="en-US" sz="2400"/>
        </a:p>
      </dgm:t>
    </dgm:pt>
    <dgm:pt modelId="{DA705E68-84FE-4289-8527-AA3358BA0FDC}" type="node">
      <dgm:prSet custT="1"/>
      <dgm:spPr bwMode="auto"/>
      <dgm:t>
        <a:bodyPr/>
        <a:lstStyle/>
        <a:p>
          <a:pPr>
            <a:defRPr/>
          </a:pPr>
          <a:r>
            <a:rPr lang="en-US" sz="800"/>
            <a:t>The backend loads the session’s user identity, connects to Fabric via the Gateway, and sends the proposal to the peers for endorsement on the selected channel, then submits to the </a:t>
          </a:r>
          <a:r>
            <a:rPr lang="en-US" sz="800"/>
            <a:t>orderer</a:t>
          </a:r>
          <a:r>
            <a:rPr lang="en-US" sz="800"/>
            <a:t> for commit. Because the transaction is signed with the user’s certificate, the </a:t>
          </a:r>
          <a:r>
            <a:rPr lang="en-US" sz="800"/>
            <a:t>chaincode</a:t>
          </a:r>
          <a:r>
            <a:rPr lang="en-US" sz="800"/>
            <a:t> can read the role attribute embedded in that cert and enforce your policy (who can create, read, update, or delete). </a:t>
          </a:r>
          <a:endParaRPr/>
        </a:p>
      </dgm:t>
    </dgm:pt>
    <dgm:pt modelId="{ECBD9DEF-1E97-4AEA-9DB7-A38228568714}" type="parTrans" cxnId="{F11A88DE-F9E6-40D6-A935-014A5CF2F347}">
      <dgm:prSet/>
      <dgm:spPr bwMode="auto"/>
      <dgm:t>
        <a:bodyPr/>
        <a:lstStyle/>
        <a:p>
          <a:pPr>
            <a:defRPr/>
          </a:pPr>
          <a:endParaRPr lang="en-US" sz="2400"/>
        </a:p>
      </dgm:t>
    </dgm:pt>
    <dgm:pt modelId="{EB3B6B04-6654-4179-BAB0-15F07F72524D}" type="sibTrans" cxnId="{F11A88DE-F9E6-40D6-A935-014A5CF2F347}">
      <dgm:prSet/>
      <dgm:spPr bwMode="auto"/>
      <dgm:t>
        <a:bodyPr/>
        <a:lstStyle/>
        <a:p>
          <a:pPr>
            <a:defRPr/>
          </a:pPr>
          <a:endParaRPr lang="en-US" sz="2400"/>
        </a:p>
      </dgm:t>
    </dgm:pt>
    <dgm:pt modelId="{1C7F55AA-C3D0-4F0D-8B22-78B6AC0FEEF7}" type="node">
      <dgm:prSet custT="1"/>
      <dgm:spPr bwMode="auto"/>
      <dgm:t>
        <a:bodyPr/>
        <a:lstStyle/>
        <a:p>
          <a:pPr>
            <a:defRPr/>
          </a:pPr>
          <a:r>
            <a:rPr lang="en-US" sz="800"/>
            <a:t>Updates and deletes are additionally constrained by the creator’s MSP, ensuring only the originating organization can modify its CTI records.</a:t>
          </a:r>
          <a:endParaRPr/>
        </a:p>
      </dgm:t>
    </dgm:pt>
    <dgm:pt modelId="{0E41ABDF-0BBB-4DDC-B461-0F3F30D7EE8C}" type="parTrans" cxnId="{B13261CE-98DB-4A33-9A32-A1CCB9FC1761}">
      <dgm:prSet/>
      <dgm:spPr bwMode="auto"/>
      <dgm:t>
        <a:bodyPr/>
        <a:lstStyle/>
        <a:p>
          <a:pPr>
            <a:defRPr/>
          </a:pPr>
          <a:endParaRPr lang="en-US" sz="2400"/>
        </a:p>
      </dgm:t>
    </dgm:pt>
    <dgm:pt modelId="{C79A69D2-681A-4365-985E-9D0F0E2C34A8}" type="sibTrans" cxnId="{B13261CE-98DB-4A33-9A32-A1CCB9FC1761}">
      <dgm:prSet/>
      <dgm:spPr bwMode="auto"/>
      <dgm:t>
        <a:bodyPr/>
        <a:lstStyle/>
        <a:p>
          <a:pPr>
            <a:defRPr/>
          </a:pPr>
          <a:endParaRPr lang="en-US" sz="2400"/>
        </a:p>
      </dgm:t>
    </dgm:pt>
    <dgm:pt modelId="{762E9968-CDCE-40FD-9B47-06AB3B059528}" type="node">
      <dgm:prSet custT="1"/>
      <dgm:spPr bwMode="auto"/>
      <dgm:t>
        <a:bodyPr/>
        <a:lstStyle/>
        <a:p>
          <a:pPr>
            <a:defRPr/>
          </a:pPr>
          <a:r>
            <a:rPr lang="en-US" sz="800"/>
            <a:t>Reads work similarly but use evaluate (query) instead of submit (invoke): the frontend asks for a list or a single CTI on a given channel; the backend evaluates the </a:t>
          </a:r>
          <a:r>
            <a:rPr lang="en-US" sz="800"/>
            <a:t>chaincode</a:t>
          </a:r>
          <a:r>
            <a:rPr lang="en-US" sz="800"/>
            <a:t> with the same user identity and returns results. </a:t>
          </a:r>
          <a:endParaRPr/>
        </a:p>
      </dgm:t>
    </dgm:pt>
    <dgm:pt modelId="{A9667518-C9B9-4505-A52E-C945F67C36A0}" type="parTrans" cxnId="{FF819629-60AA-4525-B58D-C2294D644AD9}">
      <dgm:prSet/>
      <dgm:spPr bwMode="auto"/>
      <dgm:t>
        <a:bodyPr/>
        <a:lstStyle/>
        <a:p>
          <a:pPr>
            <a:defRPr/>
          </a:pPr>
          <a:endParaRPr lang="en-US" sz="2400"/>
        </a:p>
      </dgm:t>
    </dgm:pt>
    <dgm:pt modelId="{F02989B7-3F2A-4D53-9B0D-1A34562A60A4}" type="sibTrans" cxnId="{FF819629-60AA-4525-B58D-C2294D644AD9}">
      <dgm:prSet/>
      <dgm:spPr bwMode="auto"/>
      <dgm:t>
        <a:bodyPr/>
        <a:lstStyle/>
        <a:p>
          <a:pPr>
            <a:defRPr/>
          </a:pPr>
          <a:endParaRPr lang="en-US" sz="2400"/>
        </a:p>
      </dgm:t>
    </dgm:pt>
    <dgm:pt modelId="{D11B370B-548C-4F01-8B0D-823E7EBC83AC}" type="node">
      <dgm:prSet custT="1"/>
      <dgm:spPr bwMode="auto"/>
      <dgm:t>
        <a:bodyPr/>
        <a:lstStyle/>
        <a:p>
          <a:pPr>
            <a:defRPr/>
          </a:pPr>
          <a:r>
            <a:rPr lang="en-US" sz="800"/>
            <a:t>Throughout, the private key exists only in the browser and inside the server’s temporary session memory; it is never written to disk or stored persistently. Each organization runs its own copy of this stack (frontend, backend, database) pointing at its own CA and peers, but all participate on the same Fabric network as defined by your connection profile and channel choices in the UI.</a:t>
          </a:r>
          <a:endParaRPr/>
        </a:p>
      </dgm:t>
    </dgm:pt>
    <dgm:pt modelId="{D8A4BB2F-0D19-47D4-B274-ABB31C529D7D}" type="parTrans" cxnId="{2616D296-5ED9-4504-AFB2-198ADDC9A563}">
      <dgm:prSet/>
      <dgm:spPr bwMode="auto"/>
      <dgm:t>
        <a:bodyPr/>
        <a:lstStyle/>
        <a:p>
          <a:pPr>
            <a:defRPr/>
          </a:pPr>
          <a:endParaRPr lang="en-US" sz="2400"/>
        </a:p>
      </dgm:t>
    </dgm:pt>
    <dgm:pt modelId="{2035EBF5-55AD-4BE3-A210-87FD6A36B4D0}" type="sibTrans" cxnId="{2616D296-5ED9-4504-AFB2-198ADDC9A563}">
      <dgm:prSet/>
      <dgm:spPr bwMode="auto"/>
      <dgm:t>
        <a:bodyPr/>
        <a:lstStyle/>
        <a:p>
          <a:pPr>
            <a:defRPr/>
          </a:pPr>
          <a:endParaRPr lang="en-US" sz="2400"/>
        </a:p>
      </dgm:t>
    </dgm:pt>
    <dgm:pt modelId="{5F1132E8-8205-4F51-BB85-F2309BDB8118}" type="pres">
      <dgm:prSet presAssocID="{CD1E8C4E-2138-47F8-8EC5-1A023C46D4F6}" presName="Name0" presStyleCnt="0">
        <dgm:presLayoutVars>
          <dgm:dir val="norm"/>
          <dgm:resizeHandles val="exact"/>
        </dgm:presLayoutVars>
      </dgm:prSet>
      <dgm:spPr bwMode="auto"/>
    </dgm:pt>
    <dgm:pt modelId="{96AEF582-BDF5-4A98-8680-30718F1859A0}" type="pres">
      <dgm:prSet presAssocID="{A8EA2CE9-84F9-4E7F-AFB6-599A8ECDC8CB}" presName="node" presStyleLbl="node1" presStyleIdx="0" presStyleCnt="10">
        <dgm:presLayoutVars>
          <dgm:bulletEnabled val="1"/>
        </dgm:presLayoutVars>
      </dgm:prSet>
      <dgm:spPr bwMode="auto"/>
    </dgm:pt>
    <dgm:pt modelId="{1701E09B-16E4-4E9B-A3A3-03E662B0A59F}" type="pres">
      <dgm:prSet presAssocID="{B84A19C0-6011-4B84-A447-17CE2845DE76}" presName="sibTrans" presStyleLbl="sibTrans1D1" presStyleIdx="0" presStyleCnt="9"/>
      <dgm:spPr bwMode="auto"/>
    </dgm:pt>
    <dgm:pt modelId="{44D5A90B-DCEF-4207-8DF4-B4F7181B1F67}" type="pres">
      <dgm:prSet presAssocID="{B84A19C0-6011-4B84-A447-17CE2845DE76}" presName="connectorText" presStyleLbl="sibTrans1D1" presStyleIdx="0" presStyleCnt="9"/>
      <dgm:spPr bwMode="auto"/>
    </dgm:pt>
    <dgm:pt modelId="{2FC01FF0-1114-4C49-BBBC-3415CA8D6ACD}" type="pres">
      <dgm:prSet presAssocID="{C7E35E40-6C53-4F86-AC49-7805BD20AB38}" presName="node" presStyleLbl="node1" presStyleIdx="1" presStyleCnt="10">
        <dgm:presLayoutVars>
          <dgm:bulletEnabled val="1"/>
        </dgm:presLayoutVars>
      </dgm:prSet>
      <dgm:spPr bwMode="auto"/>
    </dgm:pt>
    <dgm:pt modelId="{D3E42E14-32BC-4B83-BA43-F6F55332D3FF}" type="pres">
      <dgm:prSet presAssocID="{7DE49903-6A85-4ADC-AD72-5191774E8DD3}" presName="sibTrans" presStyleLbl="sibTrans1D1" presStyleIdx="1" presStyleCnt="9"/>
      <dgm:spPr bwMode="auto"/>
    </dgm:pt>
    <dgm:pt modelId="{CF5A1841-5804-4D2B-9959-BBFDB521840D}" type="pres">
      <dgm:prSet presAssocID="{7DE49903-6A85-4ADC-AD72-5191774E8DD3}" presName="connectorText" presStyleLbl="sibTrans1D1" presStyleIdx="1" presStyleCnt="9"/>
      <dgm:spPr bwMode="auto"/>
    </dgm:pt>
    <dgm:pt modelId="{5085B17A-B194-4DC0-9758-33E1FB6EF9D6}" type="pres">
      <dgm:prSet presAssocID="{6E91DC21-9D04-4E75-AFF1-E9587544342C}" presName="node" presStyleLbl="node1" presStyleIdx="2" presStyleCnt="10">
        <dgm:presLayoutVars>
          <dgm:bulletEnabled val="1"/>
        </dgm:presLayoutVars>
      </dgm:prSet>
      <dgm:spPr bwMode="auto"/>
    </dgm:pt>
    <dgm:pt modelId="{40E696B8-2A37-4F88-9623-CCE6A98EB694}" type="pres">
      <dgm:prSet presAssocID="{48DBB99A-5CC6-43BD-9AD7-239ED7397B85}" presName="sibTrans" presStyleLbl="sibTrans1D1" presStyleIdx="2" presStyleCnt="9"/>
      <dgm:spPr bwMode="auto"/>
    </dgm:pt>
    <dgm:pt modelId="{E8AC878B-2CBB-4AB4-82F6-77074A189838}" type="pres">
      <dgm:prSet presAssocID="{48DBB99A-5CC6-43BD-9AD7-239ED7397B85}" presName="connectorText" presStyleLbl="sibTrans1D1" presStyleIdx="2" presStyleCnt="9"/>
      <dgm:spPr bwMode="auto"/>
    </dgm:pt>
    <dgm:pt modelId="{ECA6FE39-30BE-4F61-ACF3-768861197D3A}" type="pres">
      <dgm:prSet presAssocID="{71FB16FF-1DE8-4D1F-B0A8-00E3B05A714F}" presName="node" presStyleLbl="node1" presStyleIdx="3" presStyleCnt="10">
        <dgm:presLayoutVars>
          <dgm:bulletEnabled val="1"/>
        </dgm:presLayoutVars>
      </dgm:prSet>
      <dgm:spPr bwMode="auto"/>
    </dgm:pt>
    <dgm:pt modelId="{58AADB7C-0191-422D-B96A-CDF18E18EBCE}" type="pres">
      <dgm:prSet presAssocID="{7C7169A1-D4E7-4D5F-9C43-C128013D055F}" presName="sibTrans" presStyleLbl="sibTrans1D1" presStyleIdx="3" presStyleCnt="9"/>
      <dgm:spPr bwMode="auto"/>
    </dgm:pt>
    <dgm:pt modelId="{AAA9BE4F-BED5-4341-956D-B7B4A416134F}" type="pres">
      <dgm:prSet presAssocID="{7C7169A1-D4E7-4D5F-9C43-C128013D055F}" presName="connectorText" presStyleLbl="sibTrans1D1" presStyleIdx="3" presStyleCnt="9"/>
      <dgm:spPr bwMode="auto"/>
    </dgm:pt>
    <dgm:pt modelId="{D6413FEE-DC77-4CF9-B854-AB62448C8EA6}" type="pres">
      <dgm:prSet presAssocID="{99CCE0AF-E89F-47B4-AD15-F58D481D1187}" presName="node" presStyleLbl="node1" presStyleIdx="4" presStyleCnt="10">
        <dgm:presLayoutVars>
          <dgm:bulletEnabled val="1"/>
        </dgm:presLayoutVars>
      </dgm:prSet>
      <dgm:spPr bwMode="auto"/>
    </dgm:pt>
    <dgm:pt modelId="{B89339FD-58D6-41C5-860F-A27868A8BE33}" type="pres">
      <dgm:prSet presAssocID="{D53F0937-C92E-4A35-9421-058A8588825E}" presName="sibTrans" presStyleLbl="sibTrans1D1" presStyleIdx="4" presStyleCnt="9"/>
      <dgm:spPr bwMode="auto"/>
    </dgm:pt>
    <dgm:pt modelId="{C9B5103A-35FE-44CC-AA6D-FFE17EB20057}" type="pres">
      <dgm:prSet presAssocID="{D53F0937-C92E-4A35-9421-058A8588825E}" presName="connectorText" presStyleLbl="sibTrans1D1" presStyleIdx="4" presStyleCnt="9"/>
      <dgm:spPr bwMode="auto"/>
    </dgm:pt>
    <dgm:pt modelId="{1D4A2831-8D0A-40FB-9276-4E33C56948D7}" type="pres">
      <dgm:prSet presAssocID="{62D0BBD3-C0D5-48B6-9ED8-75778DAB0C27}" presName="node" presStyleLbl="node1" presStyleIdx="5" presStyleCnt="10">
        <dgm:presLayoutVars>
          <dgm:bulletEnabled val="1"/>
        </dgm:presLayoutVars>
      </dgm:prSet>
      <dgm:spPr bwMode="auto"/>
    </dgm:pt>
    <dgm:pt modelId="{D76F8FAE-706A-4C96-BCEE-C5A56D8753B5}" type="pres">
      <dgm:prSet presAssocID="{B7C1FCBE-D33D-43B0-858F-257D7C401646}" presName="sibTrans" presStyleLbl="sibTrans1D1" presStyleIdx="5" presStyleCnt="9"/>
      <dgm:spPr bwMode="auto"/>
    </dgm:pt>
    <dgm:pt modelId="{29A3F0C0-7287-427F-BBFC-7E0FCB52B23E}" type="pres">
      <dgm:prSet presAssocID="{B7C1FCBE-D33D-43B0-858F-257D7C401646}" presName="connectorText" presStyleLbl="sibTrans1D1" presStyleIdx="5" presStyleCnt="9"/>
      <dgm:spPr bwMode="auto"/>
    </dgm:pt>
    <dgm:pt modelId="{CD238B44-3DB3-43A3-965B-AE393D305001}" type="pres">
      <dgm:prSet presAssocID="{DA705E68-84FE-4289-8527-AA3358BA0FDC}" presName="node" presStyleLbl="node1" presStyleIdx="6" presStyleCnt="10">
        <dgm:presLayoutVars>
          <dgm:bulletEnabled val="1"/>
        </dgm:presLayoutVars>
      </dgm:prSet>
      <dgm:spPr bwMode="auto"/>
    </dgm:pt>
    <dgm:pt modelId="{6E65DA9F-AC33-4D78-8A78-2B602DE9D232}" type="pres">
      <dgm:prSet presAssocID="{EB3B6B04-6654-4179-BAB0-15F07F72524D}" presName="sibTrans" presStyleLbl="sibTrans1D1" presStyleIdx="6" presStyleCnt="9"/>
      <dgm:spPr bwMode="auto"/>
    </dgm:pt>
    <dgm:pt modelId="{072543D7-572F-41F5-A46C-8ADD3C25C61F}" type="pres">
      <dgm:prSet presAssocID="{EB3B6B04-6654-4179-BAB0-15F07F72524D}" presName="connectorText" presStyleLbl="sibTrans1D1" presStyleIdx="6" presStyleCnt="9"/>
      <dgm:spPr bwMode="auto"/>
    </dgm:pt>
    <dgm:pt modelId="{05A4B538-BF75-42FF-81B1-821DD86720A4}" type="pres">
      <dgm:prSet presAssocID="{1C7F55AA-C3D0-4F0D-8B22-78B6AC0FEEF7}" presName="node" presStyleLbl="node1" presStyleIdx="7" presStyleCnt="10">
        <dgm:presLayoutVars>
          <dgm:bulletEnabled val="1"/>
        </dgm:presLayoutVars>
      </dgm:prSet>
      <dgm:spPr bwMode="auto"/>
    </dgm:pt>
    <dgm:pt modelId="{3252AD9F-1DE0-45E1-B22D-1668051ED749}" type="pres">
      <dgm:prSet presAssocID="{C79A69D2-681A-4365-985E-9D0F0E2C34A8}" presName="sibTrans" presStyleLbl="sibTrans1D1" presStyleIdx="7" presStyleCnt="9"/>
      <dgm:spPr bwMode="auto"/>
    </dgm:pt>
    <dgm:pt modelId="{DFD8534A-63D6-4965-A577-A29F62355132}" type="pres">
      <dgm:prSet presAssocID="{C79A69D2-681A-4365-985E-9D0F0E2C34A8}" presName="connectorText" presStyleLbl="sibTrans1D1" presStyleIdx="7" presStyleCnt="9"/>
      <dgm:spPr bwMode="auto"/>
    </dgm:pt>
    <dgm:pt modelId="{09AB04FF-4CB9-48F5-AEE3-85B475E4ADBB}" type="pres">
      <dgm:prSet presAssocID="{762E9968-CDCE-40FD-9B47-06AB3B059528}" presName="node" presStyleLbl="node1" presStyleIdx="8" presStyleCnt="10">
        <dgm:presLayoutVars>
          <dgm:bulletEnabled val="1"/>
        </dgm:presLayoutVars>
      </dgm:prSet>
      <dgm:spPr bwMode="auto"/>
    </dgm:pt>
    <dgm:pt modelId="{E75FA946-0E07-443F-89B2-722EC505A428}" type="pres">
      <dgm:prSet presAssocID="{F02989B7-3F2A-4D53-9B0D-1A34562A60A4}" presName="sibTrans" presStyleLbl="sibTrans1D1" presStyleIdx="8" presStyleCnt="9"/>
      <dgm:spPr bwMode="auto"/>
    </dgm:pt>
    <dgm:pt modelId="{D2A10B1C-4A54-45AC-8876-5CECA6F9DF0F}" type="pres">
      <dgm:prSet presAssocID="{F02989B7-3F2A-4D53-9B0D-1A34562A60A4}" presName="connectorText" presStyleLbl="sibTrans1D1" presStyleIdx="8" presStyleCnt="9"/>
      <dgm:spPr bwMode="auto"/>
    </dgm:pt>
    <dgm:pt modelId="{E1492347-6814-490C-B2A6-8ABE6223C47E}" type="pres">
      <dgm:prSet presAssocID="{D11B370B-548C-4F01-8B0D-823E7EBC83AC}" presName="node" presStyleLbl="node1" presStyleIdx="9" presStyleCnt="10">
        <dgm:presLayoutVars>
          <dgm:bulletEnabled val="1"/>
        </dgm:presLayoutVars>
      </dgm:prSet>
      <dgm:spPr bwMode="auto"/>
    </dgm:pt>
  </dgm:ptLst>
  <dgm:cxnLst>
    <dgm:cxn modelId="{FC534F0F-C651-4CEE-8029-54812CA5154E}" type="parOf" srcId="{CD1E8C4E-2138-47F8-8EC5-1A023C46D4F6}" destId="{71FB16FF-1DE8-4D1F-B0A8-00E3B05A714F}" srcOrd="3" destOrd="0" parTransId="{4B1E97A6-AD3A-4149-A29A-58367198A9B9}" sibTransId="{7C7169A1-D4E7-4D5F-9C43-C128013D055F}"/>
    <dgm:cxn modelId="{71F95810-FF7F-455F-9B70-C42CB6CF57AC}" type="parOf" srcId="{CD1E8C4E-2138-47F8-8EC5-1A023C46D4F6}" destId="{6E91DC21-9D04-4E75-AFF1-E9587544342C}" srcOrd="2" destOrd="0" parTransId="{220D20CD-43B1-4848-BFB6-01D4BDBC1521}" sibTransId="{48DBB99A-5CC6-43BD-9AD7-239ED7397B85}"/>
    <dgm:cxn modelId="{1D7FFF15-896B-4007-B60E-CCD493C474F7}" type="presOf" srcId="{D53F0937-C92E-4A35-9421-058A8588825E}" destId="{B89339FD-58D6-41C5-860F-A27868A8BE33}" srcOrd="0" destOrd="0" presId="urn:microsoft.com/office/officeart/2005/8/layout/bProcess3"/>
    <dgm:cxn modelId="{0EFC7216-7AFE-40CF-A9BC-10DFE14D6B5F}" type="presOf" srcId="{DA705E68-84FE-4289-8527-AA3358BA0FDC}" destId="{CD238B44-3DB3-43A3-965B-AE393D305001}" srcOrd="0" destOrd="0" presId="urn:microsoft.com/office/officeart/2005/8/layout/bProcess3"/>
    <dgm:cxn modelId="{6E560121-1831-4156-9619-C86B21367461}" type="presOf" srcId="{D53F0937-C92E-4A35-9421-058A8588825E}" destId="{C9B5103A-35FE-44CC-AA6D-FFE17EB20057}" srcOrd="1" destOrd="0" presId="urn:microsoft.com/office/officeart/2005/8/layout/bProcess3"/>
    <dgm:cxn modelId="{CBED2C22-231A-4870-A75A-D4AF4136E283}" type="presOf" srcId="{6E91DC21-9D04-4E75-AFF1-E9587544342C}" destId="{5085B17A-B194-4DC0-9758-33E1FB6EF9D6}" srcOrd="0" destOrd="0" presId="urn:microsoft.com/office/officeart/2005/8/layout/bProcess3"/>
    <dgm:cxn modelId="{08E69125-010E-4E93-95F7-A23C168CB6E2}" type="presOf" srcId="{71FB16FF-1DE8-4D1F-B0A8-00E3B05A714F}" destId="{ECA6FE39-30BE-4F61-ACF3-768861197D3A}" srcOrd="0" destOrd="0" presId="urn:microsoft.com/office/officeart/2005/8/layout/bProcess3"/>
    <dgm:cxn modelId="{676D0F29-0B2F-41B4-A860-D4A657F8B4EC}" type="parOf" srcId="{CD1E8C4E-2138-47F8-8EC5-1A023C46D4F6}" destId="{99CCE0AF-E89F-47B4-AD15-F58D481D1187}" srcOrd="4" destOrd="0" parTransId="{70731C64-6AAC-465F-92A8-EFB2DE0F8F52}" sibTransId="{D53F0937-C92E-4A35-9421-058A8588825E}"/>
    <dgm:cxn modelId="{FF819629-60AA-4525-B58D-C2294D644AD9}" type="parOf" srcId="{CD1E8C4E-2138-47F8-8EC5-1A023C46D4F6}" destId="{762E9968-CDCE-40FD-9B47-06AB3B059528}" srcOrd="8" destOrd="0" parTransId="{A9667518-C9B9-4505-A52E-C945F67C36A0}" sibTransId="{F02989B7-3F2A-4D53-9B0D-1A34562A60A4}"/>
    <dgm:cxn modelId="{A641AF2C-3205-43EE-9CB5-C7DD78E3DE39}" type="presOf" srcId="{7C7169A1-D4E7-4D5F-9C43-C128013D055F}" destId="{58AADB7C-0191-422D-B96A-CDF18E18EBCE}" srcOrd="0" destOrd="0" presId="urn:microsoft.com/office/officeart/2005/8/layout/bProcess3"/>
    <dgm:cxn modelId="{687DF539-93EF-4BED-98DA-58CB4DFD6AC8}" type="presOf" srcId="{F02989B7-3F2A-4D53-9B0D-1A34562A60A4}" destId="{D2A10B1C-4A54-45AC-8876-5CECA6F9DF0F}" srcOrd="1" destOrd="0" presId="urn:microsoft.com/office/officeart/2005/8/layout/bProcess3"/>
    <dgm:cxn modelId="{26250D5D-BE23-4002-95B6-6FE24C3CC511}" type="presOf" srcId="{F02989B7-3F2A-4D53-9B0D-1A34562A60A4}" destId="{E75FA946-0E07-443F-89B2-722EC505A428}" srcOrd="0" destOrd="0" presId="urn:microsoft.com/office/officeart/2005/8/layout/bProcess3"/>
    <dgm:cxn modelId="{54C2C441-3AEA-4CA8-BA35-17CBD86BAD72}" type="presOf" srcId="{EB3B6B04-6654-4179-BAB0-15F07F72524D}" destId="{072543D7-572F-41F5-A46C-8ADD3C25C61F}" srcOrd="1" destOrd="0" presId="urn:microsoft.com/office/officeart/2005/8/layout/bProcess3"/>
    <dgm:cxn modelId="{9E918942-A39C-42DB-B922-0D61DBA41997}" type="presOf" srcId="{EB3B6B04-6654-4179-BAB0-15F07F72524D}" destId="{6E65DA9F-AC33-4D78-8A78-2B602DE9D232}" srcOrd="0" destOrd="0" presId="urn:microsoft.com/office/officeart/2005/8/layout/bProcess3"/>
    <dgm:cxn modelId="{4DB9F442-4B8E-40A0-9DCA-F3404D76D57D}" type="presOf" srcId="{C79A69D2-681A-4365-985E-9D0F0E2C34A8}" destId="{DFD8534A-63D6-4965-A577-A29F62355132}" srcOrd="1" destOrd="0" presId="urn:microsoft.com/office/officeart/2005/8/layout/bProcess3"/>
    <dgm:cxn modelId="{387A1E65-9AA1-4CB0-AB9D-26E6521672D1}" type="presOf" srcId="{C7E35E40-6C53-4F86-AC49-7805BD20AB38}" destId="{2FC01FF0-1114-4C49-BBBC-3415CA8D6ACD}" srcOrd="0" destOrd="0" presId="urn:microsoft.com/office/officeart/2005/8/layout/bProcess3"/>
    <dgm:cxn modelId="{2EEEF146-D604-435C-ACF4-C30EA4154AEF}" type="presOf" srcId="{762E9968-CDCE-40FD-9B47-06AB3B059528}" destId="{09AB04FF-4CB9-48F5-AEE3-85B475E4ADBB}" srcOrd="0" destOrd="0" presId="urn:microsoft.com/office/officeart/2005/8/layout/bProcess3"/>
    <dgm:cxn modelId="{01C55054-B730-4CF1-9605-3DE82AC43722}" type="presOf" srcId="{B84A19C0-6011-4B84-A447-17CE2845DE76}" destId="{44D5A90B-DCEF-4207-8DF4-B4F7181B1F67}" srcOrd="1" destOrd="0" presId="urn:microsoft.com/office/officeart/2005/8/layout/bProcess3"/>
    <dgm:cxn modelId="{05B1B97F-9616-46AC-81EA-E212F304748F}" type="presOf" srcId="{1C7F55AA-C3D0-4F0D-8B22-78B6AC0FEEF7}" destId="{05A4B538-BF75-42FF-81B1-821DD86720A4}" srcOrd="0" destOrd="0" presId="urn:microsoft.com/office/officeart/2005/8/layout/bProcess3"/>
    <dgm:cxn modelId="{1F13F186-C18A-4B6B-9C83-787ADB00D7B2}" type="presOf" srcId="{A8EA2CE9-84F9-4E7F-AFB6-599A8ECDC8CB}" destId="{96AEF582-BDF5-4A98-8680-30718F1859A0}" srcOrd="0" destOrd="0" presId="urn:microsoft.com/office/officeart/2005/8/layout/bProcess3"/>
    <dgm:cxn modelId="{9B330790-7DCA-43FF-8D92-A69F43A9AEC4}" type="parOf" srcId="{CD1E8C4E-2138-47F8-8EC5-1A023C46D4F6}" destId="{62D0BBD3-C0D5-48B6-9ED8-75778DAB0C27}" srcOrd="5" destOrd="0" parTransId="{83228906-24F6-4C2C-8793-FF5AF1E98D8C}" sibTransId="{B7C1FCBE-D33D-43B0-858F-257D7C401646}"/>
    <dgm:cxn modelId="{2616D296-5ED9-4504-AFB2-198ADDC9A563}" type="parOf" srcId="{CD1E8C4E-2138-47F8-8EC5-1A023C46D4F6}" destId="{D11B370B-548C-4F01-8B0D-823E7EBC83AC}" srcOrd="9" destOrd="0" parTransId="{D8A4BB2F-0D19-47D4-B274-ABB31C529D7D}" sibTransId="{2035EBF5-55AD-4BE3-A210-87FD6A36B4D0}"/>
    <dgm:cxn modelId="{6082F198-8E7F-42A2-A381-35D774B533C9}" type="presOf" srcId="{D11B370B-548C-4F01-8B0D-823E7EBC83AC}" destId="{E1492347-6814-490C-B2A6-8ABE6223C47E}" srcOrd="0" destOrd="0" presId="urn:microsoft.com/office/officeart/2005/8/layout/bProcess3"/>
    <dgm:cxn modelId="{D2AA62A3-F154-4DB4-9120-B1FE6AFBDDBA}" type="presOf" srcId="{7C7169A1-D4E7-4D5F-9C43-C128013D055F}" destId="{AAA9BE4F-BED5-4341-956D-B7B4A416134F}" srcOrd="1" destOrd="0" presId="urn:microsoft.com/office/officeart/2005/8/layout/bProcess3"/>
    <dgm:cxn modelId="{A04600A5-77BA-49B9-8FDF-CF6F8E5F45A5}" type="presOf" srcId="{7DE49903-6A85-4ADC-AD72-5191774E8DD3}" destId="{CF5A1841-5804-4D2B-9959-BBFDB521840D}" srcOrd="1" destOrd="0" presId="urn:microsoft.com/office/officeart/2005/8/layout/bProcess3"/>
    <dgm:cxn modelId="{D1F0F2A7-E5E4-4A49-B684-352D64CC6D6E}" type="presOf" srcId="{7DE49903-6A85-4ADC-AD72-5191774E8DD3}" destId="{D3E42E14-32BC-4B83-BA43-F6F55332D3FF}" srcOrd="0" destOrd="0" presId="urn:microsoft.com/office/officeart/2005/8/layout/bProcess3"/>
    <dgm:cxn modelId="{E483F8B2-3511-4703-A0A0-B809CE3E25D5}" type="presOf" srcId="{B7C1FCBE-D33D-43B0-858F-257D7C401646}" destId="{29A3F0C0-7287-427F-BBFC-7E0FCB52B23E}" srcOrd="1" destOrd="0" presId="urn:microsoft.com/office/officeart/2005/8/layout/bProcess3"/>
    <dgm:cxn modelId="{A12A29B6-81C6-447D-897B-BC3DC4390159}" type="parOf" srcId="{CD1E8C4E-2138-47F8-8EC5-1A023C46D4F6}" destId="{C7E35E40-6C53-4F86-AC49-7805BD20AB38}" srcOrd="1" destOrd="0" parTransId="{D91B9929-8CFF-48AC-9D4E-AA505BD7BD17}" sibTransId="{7DE49903-6A85-4ADC-AD72-5191774E8DD3}"/>
    <dgm:cxn modelId="{F09770C6-5AAA-4620-8E73-05286E0E4C8C}" type="presOf" srcId="{CD1E8C4E-2138-47F8-8EC5-1A023C46D4F6}" destId="{5F1132E8-8205-4F51-BB85-F2309BDB8118}" srcOrd="0" destOrd="0" presId="urn:microsoft.com/office/officeart/2005/8/layout/bProcess3"/>
    <dgm:cxn modelId="{0B97AFC9-87F7-4AA0-9E23-699A18C7CCD7}" type="presOf" srcId="{48DBB99A-5CC6-43BD-9AD7-239ED7397B85}" destId="{40E696B8-2A37-4F88-9623-CCE6A98EB694}" srcOrd="0" destOrd="0" presId="urn:microsoft.com/office/officeart/2005/8/layout/bProcess3"/>
    <dgm:cxn modelId="{C118E2CB-F933-4839-AC9C-98E2D23BC776}" type="presOf" srcId="{62D0BBD3-C0D5-48B6-9ED8-75778DAB0C27}" destId="{1D4A2831-8D0A-40FB-9276-4E33C56948D7}" srcOrd="0" destOrd="0" presId="urn:microsoft.com/office/officeart/2005/8/layout/bProcess3"/>
    <dgm:cxn modelId="{B13261CE-98DB-4A33-9A32-A1CCB9FC1761}" type="parOf" srcId="{CD1E8C4E-2138-47F8-8EC5-1A023C46D4F6}" destId="{1C7F55AA-C3D0-4F0D-8B22-78B6AC0FEEF7}" srcOrd="7" destOrd="0" parTransId="{0E41ABDF-0BBB-4DDC-B461-0F3F30D7EE8C}" sibTransId="{C79A69D2-681A-4365-985E-9D0F0E2C34A8}"/>
    <dgm:cxn modelId="{4AC04BDD-20C9-46C8-A485-BD0F24C892D3}" type="presOf" srcId="{99CCE0AF-E89F-47B4-AD15-F58D481D1187}" destId="{D6413FEE-DC77-4CF9-B854-AB62448C8EA6}" srcOrd="0" destOrd="0" presId="urn:microsoft.com/office/officeart/2005/8/layout/bProcess3"/>
    <dgm:cxn modelId="{F11A88DE-F9E6-40D6-A935-014A5CF2F347}" type="parOf" srcId="{CD1E8C4E-2138-47F8-8EC5-1A023C46D4F6}" destId="{DA705E68-84FE-4289-8527-AA3358BA0FDC}" srcOrd="6" destOrd="0" parTransId="{ECBD9DEF-1E97-4AEA-9DB7-A38228568714}" sibTransId="{EB3B6B04-6654-4179-BAB0-15F07F72524D}"/>
    <dgm:cxn modelId="{73759DE0-DC30-4BF5-B021-B6E55B58068D}" type="presOf" srcId="{48DBB99A-5CC6-43BD-9AD7-239ED7397B85}" destId="{E8AC878B-2CBB-4AB4-82F6-77074A189838}" srcOrd="1" destOrd="0" presId="urn:microsoft.com/office/officeart/2005/8/layout/bProcess3"/>
    <dgm:cxn modelId="{F4F286E3-79A1-4DC4-8926-9305C30DB431}" type="presOf" srcId="{C79A69D2-681A-4365-985E-9D0F0E2C34A8}" destId="{3252AD9F-1DE0-45E1-B22D-1668051ED749}" srcOrd="0" destOrd="0" presId="urn:microsoft.com/office/officeart/2005/8/layout/bProcess3"/>
    <dgm:cxn modelId="{33DD2CF3-202E-429E-8319-389C5BB80839}" type="presOf" srcId="{B7C1FCBE-D33D-43B0-858F-257D7C401646}" destId="{D76F8FAE-706A-4C96-BCEE-C5A56D8753B5}" srcOrd="0" destOrd="0" presId="urn:microsoft.com/office/officeart/2005/8/layout/bProcess3"/>
    <dgm:cxn modelId="{E35528FB-55E2-4DD2-B0AB-6113CB1814A0}" type="parOf" srcId="{CD1E8C4E-2138-47F8-8EC5-1A023C46D4F6}" destId="{A8EA2CE9-84F9-4E7F-AFB6-599A8ECDC8CB}" srcOrd="0" destOrd="0" parTransId="{1B3893DA-FBAD-43A7-B880-D704927EF7C3}" sibTransId="{B84A19C0-6011-4B84-A447-17CE2845DE76}"/>
    <dgm:cxn modelId="{6F937DFF-5E7C-4513-B4E8-6C4F28CB1A09}" type="presOf" srcId="{B84A19C0-6011-4B84-A447-17CE2845DE76}" destId="{1701E09B-16E4-4E9B-A3A3-03E662B0A59F}" srcOrd="0" destOrd="0" presId="urn:microsoft.com/office/officeart/2005/8/layout/bProcess3"/>
    <dgm:cxn modelId="{A9B21B8D-3C45-47BE-992F-CA5211E27F24}" type="presParOf" srcId="{5F1132E8-8205-4F51-BB85-F2309BDB8118}" destId="{96AEF582-BDF5-4A98-8680-30718F1859A0}" srcOrd="0" destOrd="0" presId="urn:microsoft.com/office/officeart/2005/8/layout/bProcess3"/>
    <dgm:cxn modelId="{A9B0671F-2A93-4152-A692-717617BDC9CC}" type="presParOf" srcId="{5F1132E8-8205-4F51-BB85-F2309BDB8118}" destId="{1701E09B-16E4-4E9B-A3A3-03E662B0A59F}" srcOrd="1" destOrd="0" presId="urn:microsoft.com/office/officeart/2005/8/layout/bProcess3"/>
    <dgm:cxn modelId="{719120E9-02A0-4AA2-BB26-409DDCD644EA}" type="presParOf" srcId="{1701E09B-16E4-4E9B-A3A3-03E662B0A59F}" destId="{44D5A90B-DCEF-4207-8DF4-B4F7181B1F67}" srcOrd="0" destOrd="0" presId="urn:microsoft.com/office/officeart/2005/8/layout/bProcess3"/>
    <dgm:cxn modelId="{04F4072E-6969-4420-8C74-9329E10F3012}" type="presParOf" srcId="{5F1132E8-8205-4F51-BB85-F2309BDB8118}" destId="{2FC01FF0-1114-4C49-BBBC-3415CA8D6ACD}" srcOrd="2" destOrd="0" presId="urn:microsoft.com/office/officeart/2005/8/layout/bProcess3"/>
    <dgm:cxn modelId="{BE322EB8-FFDB-4159-BF03-931EB396E0C4}" type="presParOf" srcId="{5F1132E8-8205-4F51-BB85-F2309BDB8118}" destId="{D3E42E14-32BC-4B83-BA43-F6F55332D3FF}" srcOrd="3" destOrd="0" presId="urn:microsoft.com/office/officeart/2005/8/layout/bProcess3"/>
    <dgm:cxn modelId="{6E2B5E08-24A1-4B09-BBC5-6B31E61BE83B}" type="presParOf" srcId="{D3E42E14-32BC-4B83-BA43-F6F55332D3FF}" destId="{CF5A1841-5804-4D2B-9959-BBFDB521840D}" srcOrd="0" destOrd="0" presId="urn:microsoft.com/office/officeart/2005/8/layout/bProcess3"/>
    <dgm:cxn modelId="{3C59F959-4545-48D5-BD74-F540F94D5D25}" type="presParOf" srcId="{5F1132E8-8205-4F51-BB85-F2309BDB8118}" destId="{5085B17A-B194-4DC0-9758-33E1FB6EF9D6}" srcOrd="4" destOrd="0" presId="urn:microsoft.com/office/officeart/2005/8/layout/bProcess3"/>
    <dgm:cxn modelId="{C103A939-E683-43C5-BB30-38573736622B}" type="presParOf" srcId="{5F1132E8-8205-4F51-BB85-F2309BDB8118}" destId="{40E696B8-2A37-4F88-9623-CCE6A98EB694}" srcOrd="5" destOrd="0" presId="urn:microsoft.com/office/officeart/2005/8/layout/bProcess3"/>
    <dgm:cxn modelId="{296A2489-66AE-4CF2-803D-626BDCFE527F}" type="presParOf" srcId="{40E696B8-2A37-4F88-9623-CCE6A98EB694}" destId="{E8AC878B-2CBB-4AB4-82F6-77074A189838}" srcOrd="0" destOrd="0" presId="urn:microsoft.com/office/officeart/2005/8/layout/bProcess3"/>
    <dgm:cxn modelId="{89B1B9FE-1AAA-4E57-B9DC-CA58C6F23A71}" type="presParOf" srcId="{5F1132E8-8205-4F51-BB85-F2309BDB8118}" destId="{ECA6FE39-30BE-4F61-ACF3-768861197D3A}" srcOrd="6" destOrd="0" presId="urn:microsoft.com/office/officeart/2005/8/layout/bProcess3"/>
    <dgm:cxn modelId="{6142128C-6C68-4219-9A05-562A92AE2923}" type="presParOf" srcId="{5F1132E8-8205-4F51-BB85-F2309BDB8118}" destId="{58AADB7C-0191-422D-B96A-CDF18E18EBCE}" srcOrd="7" destOrd="0" presId="urn:microsoft.com/office/officeart/2005/8/layout/bProcess3"/>
    <dgm:cxn modelId="{D9418507-3EA8-420E-9753-36A29717E895}" type="presParOf" srcId="{58AADB7C-0191-422D-B96A-CDF18E18EBCE}" destId="{AAA9BE4F-BED5-4341-956D-B7B4A416134F}" srcOrd="0" destOrd="0" presId="urn:microsoft.com/office/officeart/2005/8/layout/bProcess3"/>
    <dgm:cxn modelId="{8B5B725B-C6D7-4235-9121-AFDB36A160ED}" type="presParOf" srcId="{5F1132E8-8205-4F51-BB85-F2309BDB8118}" destId="{D6413FEE-DC77-4CF9-B854-AB62448C8EA6}" srcOrd="8" destOrd="0" presId="urn:microsoft.com/office/officeart/2005/8/layout/bProcess3"/>
    <dgm:cxn modelId="{50ACC76B-34E1-41BB-A521-C7D5B6E77F00}" type="presParOf" srcId="{5F1132E8-8205-4F51-BB85-F2309BDB8118}" destId="{B89339FD-58D6-41C5-860F-A27868A8BE33}" srcOrd="9" destOrd="0" presId="urn:microsoft.com/office/officeart/2005/8/layout/bProcess3"/>
    <dgm:cxn modelId="{85FD8263-B492-4748-B40B-601BAE2C9437}" type="presParOf" srcId="{B89339FD-58D6-41C5-860F-A27868A8BE33}" destId="{C9B5103A-35FE-44CC-AA6D-FFE17EB20057}" srcOrd="0" destOrd="0" presId="urn:microsoft.com/office/officeart/2005/8/layout/bProcess3"/>
    <dgm:cxn modelId="{8CBC339D-8408-4CCF-8CF6-092D7CD4BED6}" type="presParOf" srcId="{5F1132E8-8205-4F51-BB85-F2309BDB8118}" destId="{1D4A2831-8D0A-40FB-9276-4E33C56948D7}" srcOrd="10" destOrd="0" presId="urn:microsoft.com/office/officeart/2005/8/layout/bProcess3"/>
    <dgm:cxn modelId="{9FB9018E-D8DC-4FF5-A7AD-3148D9CFEF56}" type="presParOf" srcId="{5F1132E8-8205-4F51-BB85-F2309BDB8118}" destId="{D76F8FAE-706A-4C96-BCEE-C5A56D8753B5}" srcOrd="11" destOrd="0" presId="urn:microsoft.com/office/officeart/2005/8/layout/bProcess3"/>
    <dgm:cxn modelId="{9560DC92-F3F9-4C4E-A3D3-3556EAF66380}" type="presParOf" srcId="{D76F8FAE-706A-4C96-BCEE-C5A56D8753B5}" destId="{29A3F0C0-7287-427F-BBFC-7E0FCB52B23E}" srcOrd="0" destOrd="0" presId="urn:microsoft.com/office/officeart/2005/8/layout/bProcess3"/>
    <dgm:cxn modelId="{CB8CA84C-6FD3-4674-AE4C-FCBF7D9C6A11}" type="presParOf" srcId="{5F1132E8-8205-4F51-BB85-F2309BDB8118}" destId="{CD238B44-3DB3-43A3-965B-AE393D305001}" srcOrd="12" destOrd="0" presId="urn:microsoft.com/office/officeart/2005/8/layout/bProcess3"/>
    <dgm:cxn modelId="{23F9D9E5-225A-40A0-BA14-A049A29E8146}" type="presParOf" srcId="{5F1132E8-8205-4F51-BB85-F2309BDB8118}" destId="{6E65DA9F-AC33-4D78-8A78-2B602DE9D232}" srcOrd="13" destOrd="0" presId="urn:microsoft.com/office/officeart/2005/8/layout/bProcess3"/>
    <dgm:cxn modelId="{8A68120C-1B05-44D7-AE90-B67B08785DC1}" type="presParOf" srcId="{6E65DA9F-AC33-4D78-8A78-2B602DE9D232}" destId="{072543D7-572F-41F5-A46C-8ADD3C25C61F}" srcOrd="0" destOrd="0" presId="urn:microsoft.com/office/officeart/2005/8/layout/bProcess3"/>
    <dgm:cxn modelId="{EA661FA5-66BB-4AA0-87FE-3B9EC5BCF1F5}" type="presParOf" srcId="{5F1132E8-8205-4F51-BB85-F2309BDB8118}" destId="{05A4B538-BF75-42FF-81B1-821DD86720A4}" srcOrd="14" destOrd="0" presId="urn:microsoft.com/office/officeart/2005/8/layout/bProcess3"/>
    <dgm:cxn modelId="{2E81848D-3FBC-4A3C-91EC-3A943B25481D}" type="presParOf" srcId="{5F1132E8-8205-4F51-BB85-F2309BDB8118}" destId="{3252AD9F-1DE0-45E1-B22D-1668051ED749}" srcOrd="15" destOrd="0" presId="urn:microsoft.com/office/officeart/2005/8/layout/bProcess3"/>
    <dgm:cxn modelId="{D8B54B65-19AA-416B-9BE6-E0A8B44B1502}" type="presParOf" srcId="{3252AD9F-1DE0-45E1-B22D-1668051ED749}" destId="{DFD8534A-63D6-4965-A577-A29F62355132}" srcOrd="0" destOrd="0" presId="urn:microsoft.com/office/officeart/2005/8/layout/bProcess3"/>
    <dgm:cxn modelId="{3CF56653-E5E8-4B1C-B0BF-3209E8E9C996}" type="presParOf" srcId="{5F1132E8-8205-4F51-BB85-F2309BDB8118}" destId="{09AB04FF-4CB9-48F5-AEE3-85B475E4ADBB}" srcOrd="16" destOrd="0" presId="urn:microsoft.com/office/officeart/2005/8/layout/bProcess3"/>
    <dgm:cxn modelId="{24B6B114-A896-4777-B71D-8A37637F958E}" type="presParOf" srcId="{5F1132E8-8205-4F51-BB85-F2309BDB8118}" destId="{E75FA946-0E07-443F-89B2-722EC505A428}" srcOrd="17" destOrd="0" presId="urn:microsoft.com/office/officeart/2005/8/layout/bProcess3"/>
    <dgm:cxn modelId="{9F9C5CF7-F58F-4280-A0AB-70FB990AEB37}" type="presParOf" srcId="{E75FA946-0E07-443F-89B2-722EC505A428}" destId="{D2A10B1C-4A54-45AC-8876-5CECA6F9DF0F}" srcOrd="0" destOrd="0" presId="urn:microsoft.com/office/officeart/2005/8/layout/bProcess3"/>
    <dgm:cxn modelId="{500149CC-39DD-4005-9FA9-0C62E33621C9}" type="presParOf" srcId="{5F1132E8-8205-4F51-BB85-F2309BDB8118}" destId="{E1492347-6814-490C-B2A6-8ABE6223C47E}" srcOrd="18" destOrd="0" presId="urn:microsoft.com/office/officeart/2005/8/layout/bProcess3"/>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rawing1.xml><?xml version="1.0" encoding="utf-8"?>
<dsp:drawing xmlns:dsp="http://schemas.microsoft.com/office/drawing/2008/diagram" xmlns:dgm="http://schemas.openxmlformats.org/drawingml/2006/diagram" xmlns:a="http://schemas.openxmlformats.org/drawingml/2006/main" xmlns:r="http://schemas.openxmlformats.org/officeDocument/2006/relationships">
  <dsp:spTree>
    <dsp:nvGrpSpPr>
      <dsp:cNvPr id="1421743381" name=""/>
      <dsp:cNvGrpSpPr/>
    </dsp:nvGrpSpPr>
    <dsp:grpSpPr bwMode="auto">
      <a:xfrm>
        <a:off x="0" y="0"/>
        <a:ext cx="11451771" cy="4351338"/>
        <a:chOff x="0" y="0"/>
        <a:chExt cx="11451771" cy="4351338"/>
      </a:xfrm>
    </dsp:grpSpPr>
    <dsp:sp modelId="{F0922418-9112-48FC-BFA4-3230DEF1E73B}">
      <dsp:nvSpPr>
        <dsp:cNvPr id="1419700467" name=""/>
        <dsp:cNvSpPr/>
      </dsp:nvSpPr>
      <dsp:spPr bwMode="auto">
        <a:xfrm>
          <a:off x="328511" y="2336668"/>
          <a:ext cx="2616908" cy="491701"/>
        </a:xfrm>
        <a:prstGeom prst="rect">
          <a:avLst/>
        </a:prstGeom>
        <a:noFill/>
        <a:ln>
          <a:noFill/>
        </a:ln>
        <a:effectLst/>
      </dsp:spPr>
      <dsp:style>
        <a:lnRef idx="0">
          <a:srgbClr val="000000"/>
        </a:lnRef>
        <a:fillRef idx="0">
          <a:srgbClr val="000000"/>
        </a:fillRef>
        <a:effectRef idx="0">
          <a:srgbClr val="000000"/>
        </a:effectRef>
        <a:fontRef idx="minor"/>
      </dsp:style>
      <dsp:txBody>
        <a:bodyPr spcFirstLastPara="0" vert="horz" wrap="square" lIns="0" tIns="0" rIns="0" bIns="0" numCol="1" spcCol="1270" anchor="t" anchorCtr="1">
          <a:noAutofit/>
        </a:bodyPr>
        <a:lstStyle/>
        <a:p>
          <a:pPr marL="0" lvl="0" indent="0" algn="ctr" defTabSz="711200">
            <a:lnSpc>
              <a:spcPct val="90000"/>
            </a:lnSpc>
            <a:spcBef>
              <a:spcPts val="0"/>
            </a:spcBef>
            <a:spcAft>
              <a:spcPts val="0"/>
            </a:spcAft>
            <a:buNone/>
            <a:defRPr b="1"/>
          </a:pPr>
          <a:r>
            <a:rPr lang="en-US" sz="1600"/>
            <a:t>June-25</a:t>
          </a:r>
          <a:endParaRPr/>
        </a:p>
      </dsp:txBody>
      <dsp:txXfrm>
        <a:off x="328511" y="2336668"/>
        <a:ext cx="2616908" cy="491701"/>
      </dsp:txXfrm>
    </dsp:sp>
    <dsp:sp modelId="{48867667-C1F5-4F94-9710-B0385974FD24}">
      <dsp:nvSpPr>
        <dsp:cNvPr id="1214636138" name=""/>
        <dsp:cNvSpPr/>
      </dsp:nvSpPr>
      <dsp:spPr bwMode="auto">
        <a:xfrm>
          <a:off x="0" y="2088642"/>
          <a:ext cx="11451771" cy="17405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sp>
    <dsp:sp modelId="{CBF9FEFF-BF1E-4EEB-95D5-C96A5B8740D8}">
      <dsp:nvSpPr>
        <dsp:cNvPr id="1501372082" name=""/>
        <dsp:cNvSpPr/>
      </dsp:nvSpPr>
      <dsp:spPr bwMode="auto">
        <a:xfrm>
          <a:off x="197666" y="552211"/>
          <a:ext cx="2878599" cy="796702"/>
        </a:xfrm>
        <a:prstGeom prst="rect">
          <a:avLst/>
        </a:prstGeom>
        <a:solidFill>
          <a:schemeClr val="accent1">
            <a:tint val="40000"/>
            <a:hueOff val="0"/>
            <a:satOff val="0"/>
            <a:lumOff val="0"/>
            <a:alphaOff val="0"/>
            <a:alpha val="90000"/>
          </a:schemeClr>
        </a:solidFill>
        <a:ln w="12700" cap="flat" cmpd="sng" algn="ctr">
          <a:solidFill>
            <a:schemeClr val="accent1">
              <a:tint val="40000"/>
              <a:hueOff val="0"/>
              <a:satOff val="0"/>
              <a:lumOff val="0"/>
              <a:alphaOff val="0"/>
              <a:alpha val="90000"/>
            </a:schemeClr>
          </a:solidFill>
          <a:prstDash val="solid"/>
          <a:miter lim="800000"/>
        </a:ln>
        <a:effectLst/>
      </dsp:spPr>
      <dsp:style>
        <a:lnRef idx="2">
          <a:srgbClr val="000000"/>
        </a:lnRef>
        <a:fillRef idx="1">
          <a:srgbClr val="000000"/>
        </a:fillRef>
        <a:effectRef idx="0">
          <a:srgbClr val="00000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ts val="0"/>
            </a:spcBef>
            <a:spcAft>
              <a:spcPts val="0"/>
            </a:spcAft>
            <a:buNone/>
            <a:defRPr/>
          </a:pPr>
          <a:r>
            <a:rPr lang="en-US" sz="1200"/>
            <a:t>Implementation prep (choose methodology to follow, Fabric Version)</a:t>
          </a:r>
          <a:endParaRPr/>
        </a:p>
        <a:p>
          <a:pPr marL="0" lvl="0" indent="0" algn="l" defTabSz="533400">
            <a:lnSpc>
              <a:spcPct val="90000"/>
            </a:lnSpc>
            <a:spcBef>
              <a:spcPts val="0"/>
            </a:spcBef>
            <a:spcAft>
              <a:spcPts val="0"/>
            </a:spcAft>
            <a:buNone/>
            <a:defRPr/>
          </a:pPr>
          <a:r>
            <a:rPr lang="en-US" sz="1200"/>
            <a:t>Setup Environment </a:t>
          </a:r>
          <a:r>
            <a:rPr lang="en-US" sz="1200"/>
            <a:t>etc</a:t>
          </a:r>
          <a:endParaRPr lang="en-US" sz="1200"/>
        </a:p>
      </dsp:txBody>
      <dsp:txXfrm>
        <a:off x="197666" y="552211"/>
        <a:ext cx="2878599" cy="796702"/>
      </dsp:txXfrm>
    </dsp:sp>
    <dsp:sp modelId="{45142151-0280-4028-8A62-8EF39117ADEA}">
      <dsp:nvSpPr>
        <dsp:cNvPr id="1465931252" name=""/>
        <dsp:cNvSpPr/>
      </dsp:nvSpPr>
      <dsp:spPr bwMode="auto">
        <a:xfrm>
          <a:off x="1636965" y="1348914"/>
          <a:ext cx="0" cy="739727"/>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rgbClr val="000000"/>
        </a:lnRef>
        <a:fillRef idx="1">
          <a:srgbClr val="000000"/>
        </a:fillRef>
        <a:effectRef idx="0">
          <a:srgbClr val="000000"/>
        </a:effectRef>
        <a:fontRef idx="minor">
          <a:schemeClr val="lt1"/>
        </a:fontRef>
      </dsp:style>
    </dsp:sp>
    <dsp:sp modelId="{BCC06704-01E1-4BC1-8D8C-AA5D2C9DD1A8}">
      <dsp:nvSpPr>
        <dsp:cNvPr id="1050084725" name=""/>
        <dsp:cNvSpPr/>
      </dsp:nvSpPr>
      <dsp:spPr bwMode="auto">
        <a:xfrm>
          <a:off x="1964079" y="1522968"/>
          <a:ext cx="2616908" cy="491701"/>
        </a:xfrm>
        <a:prstGeom prst="rect">
          <a:avLst/>
        </a:prstGeom>
        <a:noFill/>
        <a:ln>
          <a:noFill/>
        </a:ln>
        <a:effectLst/>
      </dsp:spPr>
      <dsp:style>
        <a:lnRef idx="0">
          <a:srgbClr val="000000"/>
        </a:lnRef>
        <a:fillRef idx="0">
          <a:srgbClr val="000000"/>
        </a:fillRef>
        <a:effectRef idx="0">
          <a:srgbClr val="000000"/>
        </a:effectRef>
        <a:fontRef idx="minor"/>
      </dsp:style>
      <dsp:txBody>
        <a:bodyPr spcFirstLastPara="0" vert="horz" wrap="square" lIns="0" tIns="0" rIns="0" bIns="0" numCol="1" spcCol="1270" anchor="b" anchorCtr="1">
          <a:noAutofit/>
        </a:bodyPr>
        <a:lstStyle/>
        <a:p>
          <a:pPr marL="0" lvl="0" indent="0" algn="ctr" defTabSz="711200">
            <a:lnSpc>
              <a:spcPct val="90000"/>
            </a:lnSpc>
            <a:spcBef>
              <a:spcPts val="0"/>
            </a:spcBef>
            <a:spcAft>
              <a:spcPts val="0"/>
            </a:spcAft>
            <a:buNone/>
            <a:defRPr b="1"/>
          </a:pPr>
          <a:r>
            <a:rPr lang="en-US" sz="1600"/>
            <a:t>July-25</a:t>
          </a:r>
          <a:endParaRPr/>
        </a:p>
      </dsp:txBody>
      <dsp:txXfrm>
        <a:off x="1964079" y="1522968"/>
        <a:ext cx="2616908" cy="491701"/>
      </dsp:txXfrm>
    </dsp:sp>
    <dsp:sp modelId="{F58FD028-E152-4E18-A065-9383A65E604D}">
      <dsp:nvSpPr>
        <dsp:cNvPr id="326220897" name=""/>
        <dsp:cNvSpPr/>
      </dsp:nvSpPr>
      <dsp:spPr bwMode="auto">
        <a:xfrm>
          <a:off x="1833233" y="3002423"/>
          <a:ext cx="2878599" cy="607011"/>
        </a:xfrm>
        <a:prstGeom prst="rect">
          <a:avLst/>
        </a:prstGeom>
        <a:solidFill>
          <a:schemeClr val="accent1">
            <a:tint val="40000"/>
            <a:hueOff val="0"/>
            <a:satOff val="0"/>
            <a:lumOff val="0"/>
            <a:alphaOff val="0"/>
            <a:alpha val="90000"/>
          </a:schemeClr>
        </a:solidFill>
        <a:ln w="12700" cap="flat" cmpd="sng" algn="ctr">
          <a:solidFill>
            <a:schemeClr val="accent1">
              <a:tint val="40000"/>
              <a:hueOff val="0"/>
              <a:satOff val="0"/>
              <a:lumOff val="0"/>
              <a:alphaOff val="0"/>
              <a:alpha val="90000"/>
            </a:schemeClr>
          </a:solidFill>
          <a:prstDash val="solid"/>
          <a:miter lim="800000"/>
        </a:ln>
        <a:effectLst/>
      </dsp:spPr>
      <dsp:style>
        <a:lnRef idx="2">
          <a:srgbClr val="000000"/>
        </a:lnRef>
        <a:fillRef idx="1">
          <a:srgbClr val="000000"/>
        </a:fillRef>
        <a:effectRef idx="0">
          <a:srgbClr val="00000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ts val="0"/>
            </a:spcBef>
            <a:spcAft>
              <a:spcPts val="0"/>
            </a:spcAft>
            <a:buNone/>
            <a:defRPr/>
          </a:pPr>
          <a:r>
            <a:rPr lang="en-US" sz="1200" b="1">
              <a:solidFill>
                <a:schemeClr val="tx1"/>
              </a:solidFill>
            </a:rPr>
            <a:t>Start Development Phase</a:t>
          </a:r>
          <a:endParaRPr/>
        </a:p>
      </dsp:txBody>
      <dsp:txXfrm>
        <a:off x="1833233" y="3002423"/>
        <a:ext cx="2878599" cy="607011"/>
      </dsp:txXfrm>
    </dsp:sp>
    <dsp:sp modelId="{4C37A8CF-1E42-4A5F-B919-52ABE32B4256}">
      <dsp:nvSpPr>
        <dsp:cNvPr id="939721306" name=""/>
        <dsp:cNvSpPr/>
      </dsp:nvSpPr>
      <dsp:spPr bwMode="auto">
        <a:xfrm>
          <a:off x="3272533" y="2262695"/>
          <a:ext cx="0" cy="739727"/>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rgbClr val="000000"/>
        </a:lnRef>
        <a:fillRef idx="1">
          <a:srgbClr val="000000"/>
        </a:fillRef>
        <a:effectRef idx="0">
          <a:srgbClr val="000000"/>
        </a:effectRef>
        <a:fontRef idx="minor">
          <a:schemeClr val="lt1"/>
        </a:fontRef>
      </dsp:style>
    </dsp:sp>
    <dsp:sp modelId="{8BD1F37F-F535-46DC-949F-ECBB0ACA033D}">
      <dsp:nvSpPr>
        <dsp:cNvPr id="1175411721" name=""/>
        <dsp:cNvSpPr/>
      </dsp:nvSpPr>
      <dsp:spPr bwMode="auto">
        <a:xfrm>
          <a:off x="1582574" y="2121277"/>
          <a:ext cx="108783" cy="108783"/>
        </a:xfrm>
        <a:prstGeom prst="ellipse">
          <a:avLst/>
        </a:prstGeom>
        <a:solidFill>
          <a:schemeClr val="lt1">
            <a:hueOff val="0"/>
            <a:satOff val="0"/>
            <a:lumOff val="0"/>
            <a:alphaOff val="0"/>
            <a:alpha val="90000"/>
          </a:schemeClr>
        </a:solidFill>
        <a:ln w="12700" cap="flat" cmpd="sng" algn="ctr">
          <a:noFill/>
          <a:prstDash val="solid"/>
          <a:miter lim="800000"/>
        </a:ln>
        <a:effectLst/>
      </dsp:spPr>
      <dsp:style>
        <a:lnRef idx="2">
          <a:srgbClr val="000000"/>
        </a:lnRef>
        <a:fillRef idx="1">
          <a:srgbClr val="000000"/>
        </a:fillRef>
        <a:effectRef idx="0">
          <a:srgbClr val="000000"/>
        </a:effectRef>
        <a:fontRef idx="minor"/>
      </dsp:style>
    </dsp:sp>
    <dsp:sp modelId="{D0620445-8D1B-4DD6-9F41-079DF702CEAF}">
      <dsp:nvSpPr>
        <dsp:cNvPr id="1377082943" name=""/>
        <dsp:cNvSpPr/>
      </dsp:nvSpPr>
      <dsp:spPr bwMode="auto">
        <a:xfrm>
          <a:off x="3218141" y="2121277"/>
          <a:ext cx="108783" cy="108783"/>
        </a:xfrm>
        <a:prstGeom prst="ellipse">
          <a:avLst/>
        </a:prstGeom>
        <a:solidFill>
          <a:schemeClr val="lt1">
            <a:hueOff val="0"/>
            <a:satOff val="0"/>
            <a:lumOff val="0"/>
            <a:alphaOff val="0"/>
            <a:alpha val="90000"/>
          </a:schemeClr>
        </a:solidFill>
        <a:ln w="12700" cap="flat" cmpd="sng" algn="ctr">
          <a:noFill/>
          <a:prstDash val="solid"/>
          <a:miter lim="800000"/>
        </a:ln>
        <a:effectLst/>
      </dsp:spPr>
      <dsp:style>
        <a:lnRef idx="2">
          <a:srgbClr val="000000"/>
        </a:lnRef>
        <a:fillRef idx="1">
          <a:srgbClr val="000000"/>
        </a:fillRef>
        <a:effectRef idx="0">
          <a:srgbClr val="000000"/>
        </a:effectRef>
        <a:fontRef idx="minor"/>
      </dsp:style>
    </dsp:sp>
    <dsp:sp modelId="{F9E7478E-38E1-443C-9E1B-F9F959657DD7}">
      <dsp:nvSpPr>
        <dsp:cNvPr id="935108762" name=""/>
        <dsp:cNvSpPr/>
      </dsp:nvSpPr>
      <dsp:spPr bwMode="auto">
        <a:xfrm>
          <a:off x="3599647" y="2336668"/>
          <a:ext cx="2616908" cy="491701"/>
        </a:xfrm>
        <a:prstGeom prst="rect">
          <a:avLst/>
        </a:prstGeom>
        <a:noFill/>
        <a:ln>
          <a:noFill/>
        </a:ln>
        <a:effectLst/>
      </dsp:spPr>
      <dsp:style>
        <a:lnRef idx="0">
          <a:srgbClr val="000000"/>
        </a:lnRef>
        <a:fillRef idx="0">
          <a:srgbClr val="000000"/>
        </a:fillRef>
        <a:effectRef idx="0">
          <a:srgbClr val="000000"/>
        </a:effectRef>
        <a:fontRef idx="minor"/>
      </dsp:style>
      <dsp:txBody>
        <a:bodyPr spcFirstLastPara="0" vert="horz" wrap="square" lIns="0" tIns="0" rIns="0" bIns="0" numCol="1" spcCol="1270" anchor="t" anchorCtr="1">
          <a:noAutofit/>
        </a:bodyPr>
        <a:lstStyle/>
        <a:p>
          <a:pPr marL="0" lvl="0" indent="0" algn="ctr" defTabSz="711200">
            <a:lnSpc>
              <a:spcPct val="90000"/>
            </a:lnSpc>
            <a:spcBef>
              <a:spcPts val="0"/>
            </a:spcBef>
            <a:spcAft>
              <a:spcPts val="0"/>
            </a:spcAft>
            <a:buNone/>
            <a:defRPr b="1"/>
          </a:pPr>
          <a:r>
            <a:rPr lang="en-US" sz="1600"/>
            <a:t>Aug-25</a:t>
          </a:r>
          <a:endParaRPr/>
        </a:p>
      </dsp:txBody>
      <dsp:txXfrm>
        <a:off x="3599647" y="2336668"/>
        <a:ext cx="2616908" cy="491701"/>
      </dsp:txXfrm>
    </dsp:sp>
    <dsp:sp modelId="{A7962088-79A9-4834-83E5-BD2A012DAB01}">
      <dsp:nvSpPr>
        <dsp:cNvPr id="1824560083" name=""/>
        <dsp:cNvSpPr/>
      </dsp:nvSpPr>
      <dsp:spPr bwMode="auto">
        <a:xfrm>
          <a:off x="3468801" y="741903"/>
          <a:ext cx="2878599" cy="607011"/>
        </a:xfrm>
        <a:prstGeom prst="rect">
          <a:avLst/>
        </a:prstGeom>
        <a:solidFill>
          <a:schemeClr val="accent1">
            <a:tint val="40000"/>
            <a:hueOff val="0"/>
            <a:satOff val="0"/>
            <a:lumOff val="0"/>
            <a:alphaOff val="0"/>
            <a:alpha val="90000"/>
          </a:schemeClr>
        </a:solidFill>
        <a:ln w="12700" cap="flat" cmpd="sng" algn="ctr">
          <a:solidFill>
            <a:schemeClr val="accent1">
              <a:tint val="40000"/>
              <a:hueOff val="0"/>
              <a:satOff val="0"/>
              <a:lumOff val="0"/>
              <a:alphaOff val="0"/>
              <a:alpha val="90000"/>
            </a:schemeClr>
          </a:solidFill>
          <a:prstDash val="solid"/>
          <a:miter lim="800000"/>
        </a:ln>
        <a:effectLst/>
      </dsp:spPr>
      <dsp:style>
        <a:lnRef idx="2">
          <a:srgbClr val="000000"/>
        </a:lnRef>
        <a:fillRef idx="1">
          <a:srgbClr val="000000"/>
        </a:fillRef>
        <a:effectRef idx="0">
          <a:srgbClr val="00000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ts val="0"/>
            </a:spcBef>
            <a:spcAft>
              <a:spcPts val="0"/>
            </a:spcAft>
            <a:buNone/>
            <a:defRPr/>
          </a:pPr>
          <a:r>
            <a:rPr lang="en-US" sz="1200">
              <a:solidFill>
                <a:srgbClr val="FF0000"/>
              </a:solidFill>
            </a:rPr>
            <a:t>Development Phase</a:t>
          </a:r>
          <a:endParaRPr/>
        </a:p>
      </dsp:txBody>
      <dsp:txXfrm>
        <a:off x="3468801" y="741903"/>
        <a:ext cx="2878599" cy="607011"/>
      </dsp:txXfrm>
    </dsp:sp>
    <dsp:sp modelId="{B9BF072F-E47E-4573-B4C0-A32BA23841CD}">
      <dsp:nvSpPr>
        <dsp:cNvPr id="70731523" name=""/>
        <dsp:cNvSpPr/>
      </dsp:nvSpPr>
      <dsp:spPr bwMode="auto">
        <a:xfrm>
          <a:off x="4908101" y="1348914"/>
          <a:ext cx="0" cy="739727"/>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rgbClr val="000000"/>
        </a:lnRef>
        <a:fillRef idx="1">
          <a:srgbClr val="000000"/>
        </a:fillRef>
        <a:effectRef idx="0">
          <a:srgbClr val="000000"/>
        </a:effectRef>
        <a:fontRef idx="minor">
          <a:schemeClr val="lt1"/>
        </a:fontRef>
      </dsp:style>
    </dsp:sp>
    <dsp:sp modelId="{22FC36CB-F0E6-4BAD-A090-FB5BECE97C80}">
      <dsp:nvSpPr>
        <dsp:cNvPr id="1504640511" name=""/>
        <dsp:cNvSpPr/>
      </dsp:nvSpPr>
      <dsp:spPr bwMode="auto">
        <a:xfrm>
          <a:off x="5235215" y="1522968"/>
          <a:ext cx="2616908" cy="491701"/>
        </a:xfrm>
        <a:prstGeom prst="rect">
          <a:avLst/>
        </a:prstGeom>
        <a:noFill/>
        <a:ln>
          <a:noFill/>
        </a:ln>
        <a:effectLst/>
      </dsp:spPr>
      <dsp:style>
        <a:lnRef idx="0">
          <a:srgbClr val="000000"/>
        </a:lnRef>
        <a:fillRef idx="0">
          <a:srgbClr val="000000"/>
        </a:fillRef>
        <a:effectRef idx="0">
          <a:srgbClr val="000000"/>
        </a:effectRef>
        <a:fontRef idx="minor"/>
      </dsp:style>
      <dsp:txBody>
        <a:bodyPr spcFirstLastPara="0" vert="horz" wrap="square" lIns="0" tIns="0" rIns="0" bIns="0" numCol="1" spcCol="1270" anchor="b" anchorCtr="1">
          <a:noAutofit/>
        </a:bodyPr>
        <a:lstStyle/>
        <a:p>
          <a:pPr marL="0" lvl="0" indent="0" algn="ctr" defTabSz="711200">
            <a:lnSpc>
              <a:spcPct val="90000"/>
            </a:lnSpc>
            <a:spcBef>
              <a:spcPts val="0"/>
            </a:spcBef>
            <a:spcAft>
              <a:spcPts val="0"/>
            </a:spcAft>
            <a:buNone/>
            <a:defRPr b="1"/>
          </a:pPr>
          <a:r>
            <a:rPr lang="en-US" sz="1600" b="1"/>
            <a:t>Sep-25</a:t>
          </a:r>
          <a:endParaRPr lang="en-US" sz="1600"/>
        </a:p>
      </dsp:txBody>
      <dsp:txXfrm>
        <a:off x="5235215" y="1522968"/>
        <a:ext cx="2616908" cy="491701"/>
      </dsp:txXfrm>
    </dsp:sp>
    <dsp:sp modelId="{7E9B56F9-FF98-4778-9F38-0D069F222F23}">
      <dsp:nvSpPr>
        <dsp:cNvPr id="1670755475" name=""/>
        <dsp:cNvSpPr/>
      </dsp:nvSpPr>
      <dsp:spPr bwMode="auto">
        <a:xfrm>
          <a:off x="5104369" y="3002423"/>
          <a:ext cx="2878599" cy="607011"/>
        </a:xfrm>
        <a:prstGeom prst="rect">
          <a:avLst/>
        </a:prstGeom>
        <a:solidFill>
          <a:schemeClr val="accent1">
            <a:tint val="40000"/>
            <a:hueOff val="0"/>
            <a:satOff val="0"/>
            <a:lumOff val="0"/>
            <a:alphaOff val="0"/>
            <a:alpha val="90000"/>
          </a:schemeClr>
        </a:solidFill>
        <a:ln w="12700" cap="flat" cmpd="sng" algn="ctr">
          <a:solidFill>
            <a:schemeClr val="accent1">
              <a:tint val="40000"/>
              <a:hueOff val="0"/>
              <a:satOff val="0"/>
              <a:lumOff val="0"/>
              <a:alphaOff val="0"/>
              <a:alpha val="90000"/>
            </a:schemeClr>
          </a:solidFill>
          <a:prstDash val="solid"/>
          <a:miter lim="800000"/>
        </a:ln>
        <a:effectLst/>
      </dsp:spPr>
      <dsp:style>
        <a:lnRef idx="2">
          <a:srgbClr val="000000"/>
        </a:lnRef>
        <a:fillRef idx="1">
          <a:srgbClr val="000000"/>
        </a:fillRef>
        <a:effectRef idx="0">
          <a:srgbClr val="00000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ts val="0"/>
            </a:spcBef>
            <a:spcAft>
              <a:spcPts val="0"/>
            </a:spcAft>
            <a:buNone/>
            <a:defRPr/>
          </a:pPr>
          <a:r>
            <a:rPr lang="en-US" sz="1200"/>
            <a:t>Test Phase</a:t>
          </a:r>
          <a:endParaRPr/>
        </a:p>
      </dsp:txBody>
      <dsp:txXfrm>
        <a:off x="5104369" y="3002423"/>
        <a:ext cx="2878599" cy="607011"/>
      </dsp:txXfrm>
    </dsp:sp>
    <dsp:sp modelId="{8E372144-D73F-4D89-99E1-672218A74E3F}">
      <dsp:nvSpPr>
        <dsp:cNvPr id="1743196128" name=""/>
        <dsp:cNvSpPr/>
      </dsp:nvSpPr>
      <dsp:spPr bwMode="auto">
        <a:xfrm>
          <a:off x="6543669" y="2262695"/>
          <a:ext cx="0" cy="739727"/>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rgbClr val="000000"/>
        </a:lnRef>
        <a:fillRef idx="1">
          <a:srgbClr val="000000"/>
        </a:fillRef>
        <a:effectRef idx="0">
          <a:srgbClr val="000000"/>
        </a:effectRef>
        <a:fontRef idx="minor">
          <a:schemeClr val="lt1"/>
        </a:fontRef>
      </dsp:style>
    </dsp:sp>
    <dsp:sp modelId="{C29675A2-AAAE-4BD3-801A-1D850019CA42}">
      <dsp:nvSpPr>
        <dsp:cNvPr id="415205611" name=""/>
        <dsp:cNvSpPr/>
      </dsp:nvSpPr>
      <dsp:spPr bwMode="auto">
        <a:xfrm>
          <a:off x="4853709" y="2121277"/>
          <a:ext cx="108783" cy="108783"/>
        </a:xfrm>
        <a:prstGeom prst="ellipse">
          <a:avLst/>
        </a:prstGeom>
        <a:solidFill>
          <a:schemeClr val="lt1">
            <a:hueOff val="0"/>
            <a:satOff val="0"/>
            <a:lumOff val="0"/>
            <a:alphaOff val="0"/>
            <a:alpha val="90000"/>
          </a:schemeClr>
        </a:solidFill>
        <a:ln w="12700" cap="flat" cmpd="sng" algn="ctr">
          <a:noFill/>
          <a:prstDash val="solid"/>
          <a:miter lim="800000"/>
        </a:ln>
        <a:effectLst/>
      </dsp:spPr>
      <dsp:style>
        <a:lnRef idx="2">
          <a:srgbClr val="000000"/>
        </a:lnRef>
        <a:fillRef idx="1">
          <a:srgbClr val="000000"/>
        </a:fillRef>
        <a:effectRef idx="0">
          <a:srgbClr val="000000"/>
        </a:effectRef>
        <a:fontRef idx="minor"/>
      </dsp:style>
    </dsp:sp>
    <dsp:sp modelId="{72670C09-0078-4DBD-AA07-402A07581B21}">
      <dsp:nvSpPr>
        <dsp:cNvPr id="1671240196" name=""/>
        <dsp:cNvSpPr/>
      </dsp:nvSpPr>
      <dsp:spPr bwMode="auto">
        <a:xfrm>
          <a:off x="6489277" y="2121277"/>
          <a:ext cx="108783" cy="108783"/>
        </a:xfrm>
        <a:prstGeom prst="ellipse">
          <a:avLst/>
        </a:prstGeom>
        <a:solidFill>
          <a:schemeClr val="lt1">
            <a:hueOff val="0"/>
            <a:satOff val="0"/>
            <a:lumOff val="0"/>
            <a:alphaOff val="0"/>
            <a:alpha val="90000"/>
          </a:schemeClr>
        </a:solidFill>
        <a:ln w="12700" cap="flat" cmpd="sng" algn="ctr">
          <a:noFill/>
          <a:prstDash val="solid"/>
          <a:miter lim="800000"/>
        </a:ln>
        <a:effectLst/>
      </dsp:spPr>
      <dsp:style>
        <a:lnRef idx="2">
          <a:srgbClr val="000000"/>
        </a:lnRef>
        <a:fillRef idx="1">
          <a:srgbClr val="000000"/>
        </a:fillRef>
        <a:effectRef idx="0">
          <a:srgbClr val="000000"/>
        </a:effectRef>
        <a:fontRef idx="minor"/>
      </dsp:style>
    </dsp:sp>
    <dsp:sp modelId="{00CCCCB1-72DC-4FCE-922C-8D5A0B0BEC92}">
      <dsp:nvSpPr>
        <dsp:cNvPr id="2011542982" name=""/>
        <dsp:cNvSpPr/>
      </dsp:nvSpPr>
      <dsp:spPr bwMode="auto">
        <a:xfrm>
          <a:off x="6870783" y="2336668"/>
          <a:ext cx="2616908" cy="491701"/>
        </a:xfrm>
        <a:prstGeom prst="rect">
          <a:avLst/>
        </a:prstGeom>
        <a:noFill/>
        <a:ln>
          <a:noFill/>
        </a:ln>
        <a:effectLst/>
      </dsp:spPr>
      <dsp:style>
        <a:lnRef idx="0">
          <a:srgbClr val="000000"/>
        </a:lnRef>
        <a:fillRef idx="0">
          <a:srgbClr val="000000"/>
        </a:fillRef>
        <a:effectRef idx="0">
          <a:srgbClr val="000000"/>
        </a:effectRef>
        <a:fontRef idx="minor"/>
      </dsp:style>
      <dsp:txBody>
        <a:bodyPr spcFirstLastPara="0" vert="horz" wrap="square" lIns="0" tIns="0" rIns="0" bIns="0" numCol="1" spcCol="1270" anchor="t" anchorCtr="1">
          <a:noAutofit/>
        </a:bodyPr>
        <a:lstStyle/>
        <a:p>
          <a:pPr marL="0" lvl="0" indent="0" algn="ctr" defTabSz="711200">
            <a:lnSpc>
              <a:spcPct val="90000"/>
            </a:lnSpc>
            <a:spcBef>
              <a:spcPts val="0"/>
            </a:spcBef>
            <a:spcAft>
              <a:spcPts val="0"/>
            </a:spcAft>
            <a:buNone/>
            <a:defRPr b="1"/>
          </a:pPr>
          <a:r>
            <a:rPr lang="en-US" sz="1600"/>
            <a:t>Oct-25</a:t>
          </a:r>
          <a:endParaRPr/>
        </a:p>
      </dsp:txBody>
      <dsp:txXfrm>
        <a:off x="6870783" y="2336668"/>
        <a:ext cx="2616908" cy="491701"/>
      </dsp:txXfrm>
    </dsp:sp>
    <dsp:sp modelId="{770183DB-C8FC-42D4-B08E-45BCB594321D}">
      <dsp:nvSpPr>
        <dsp:cNvPr id="1539280160" name=""/>
        <dsp:cNvSpPr/>
      </dsp:nvSpPr>
      <dsp:spPr bwMode="auto">
        <a:xfrm>
          <a:off x="6739937" y="741903"/>
          <a:ext cx="2878599" cy="607011"/>
        </a:xfrm>
        <a:prstGeom prst="rect">
          <a:avLst/>
        </a:prstGeom>
        <a:solidFill>
          <a:schemeClr val="accent1">
            <a:tint val="40000"/>
            <a:hueOff val="0"/>
            <a:satOff val="0"/>
            <a:lumOff val="0"/>
            <a:alphaOff val="0"/>
            <a:alpha val="90000"/>
          </a:schemeClr>
        </a:solidFill>
        <a:ln w="12700" cap="flat" cmpd="sng" algn="ctr">
          <a:solidFill>
            <a:schemeClr val="accent1">
              <a:tint val="40000"/>
              <a:hueOff val="0"/>
              <a:satOff val="0"/>
              <a:lumOff val="0"/>
              <a:alphaOff val="0"/>
              <a:alpha val="90000"/>
            </a:schemeClr>
          </a:solidFill>
          <a:prstDash val="solid"/>
          <a:miter lim="800000"/>
        </a:ln>
        <a:effectLst/>
      </dsp:spPr>
      <dsp:style>
        <a:lnRef idx="2">
          <a:srgbClr val="000000"/>
        </a:lnRef>
        <a:fillRef idx="1">
          <a:srgbClr val="000000"/>
        </a:fillRef>
        <a:effectRef idx="0">
          <a:srgbClr val="00000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ts val="0"/>
            </a:spcBef>
            <a:spcAft>
              <a:spcPts val="0"/>
            </a:spcAft>
            <a:buNone/>
            <a:defRPr/>
          </a:pPr>
          <a:r>
            <a:rPr lang="en-US" sz="1200"/>
            <a:t>Deploy, Review Phase</a:t>
          </a:r>
          <a:endParaRPr/>
        </a:p>
      </dsp:txBody>
      <dsp:txXfrm>
        <a:off x="6739937" y="741903"/>
        <a:ext cx="2878599" cy="607011"/>
      </dsp:txXfrm>
    </dsp:sp>
    <dsp:sp modelId="{92BA9AC4-C8CD-4E2D-B6A8-16776437CDA2}">
      <dsp:nvSpPr>
        <dsp:cNvPr id="1681633098" name=""/>
        <dsp:cNvSpPr/>
      </dsp:nvSpPr>
      <dsp:spPr bwMode="auto">
        <a:xfrm>
          <a:off x="8179237" y="1348914"/>
          <a:ext cx="0" cy="739727"/>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rgbClr val="000000"/>
        </a:lnRef>
        <a:fillRef idx="1">
          <a:srgbClr val="000000"/>
        </a:fillRef>
        <a:effectRef idx="0">
          <a:srgbClr val="000000"/>
        </a:effectRef>
        <a:fontRef idx="minor">
          <a:schemeClr val="lt1"/>
        </a:fontRef>
      </dsp:style>
    </dsp:sp>
    <dsp:sp modelId="{9AC19391-D05A-4A1A-9D4A-C15104511084}">
      <dsp:nvSpPr>
        <dsp:cNvPr id="808352086" name=""/>
        <dsp:cNvSpPr/>
      </dsp:nvSpPr>
      <dsp:spPr bwMode="auto">
        <a:xfrm>
          <a:off x="8506350" y="1522968"/>
          <a:ext cx="2616908" cy="491701"/>
        </a:xfrm>
        <a:prstGeom prst="rect">
          <a:avLst/>
        </a:prstGeom>
        <a:noFill/>
        <a:ln>
          <a:noFill/>
        </a:ln>
        <a:effectLst/>
      </dsp:spPr>
      <dsp:style>
        <a:lnRef idx="0">
          <a:srgbClr val="000000"/>
        </a:lnRef>
        <a:fillRef idx="0">
          <a:srgbClr val="000000"/>
        </a:fillRef>
        <a:effectRef idx="0">
          <a:srgbClr val="000000"/>
        </a:effectRef>
        <a:fontRef idx="minor"/>
      </dsp:style>
      <dsp:txBody>
        <a:bodyPr spcFirstLastPara="0" vert="horz" wrap="square" lIns="0" tIns="0" rIns="0" bIns="0" numCol="1" spcCol="1270" anchor="b" anchorCtr="1">
          <a:noAutofit/>
        </a:bodyPr>
        <a:lstStyle/>
        <a:p>
          <a:pPr marL="0" lvl="0" indent="0" algn="ctr" defTabSz="711200">
            <a:lnSpc>
              <a:spcPct val="90000"/>
            </a:lnSpc>
            <a:spcBef>
              <a:spcPts val="0"/>
            </a:spcBef>
            <a:spcAft>
              <a:spcPts val="0"/>
            </a:spcAft>
            <a:buNone/>
            <a:defRPr b="1"/>
          </a:pPr>
          <a:r>
            <a:rPr lang="en-US" sz="1600"/>
            <a:t>Nov-25</a:t>
          </a:r>
          <a:endParaRPr/>
        </a:p>
      </dsp:txBody>
      <dsp:txXfrm>
        <a:off x="8506350" y="1522968"/>
        <a:ext cx="2616908" cy="491701"/>
      </dsp:txXfrm>
    </dsp:sp>
    <dsp:sp modelId="{21FAAFA0-5A54-407F-AA4A-8584CD009663}">
      <dsp:nvSpPr>
        <dsp:cNvPr id="1719204539" name=""/>
        <dsp:cNvSpPr/>
      </dsp:nvSpPr>
      <dsp:spPr bwMode="auto">
        <a:xfrm>
          <a:off x="8375505" y="3002423"/>
          <a:ext cx="2878599" cy="607011"/>
        </a:xfrm>
        <a:prstGeom prst="rect">
          <a:avLst/>
        </a:prstGeom>
        <a:solidFill>
          <a:schemeClr val="accent1">
            <a:tint val="40000"/>
            <a:hueOff val="0"/>
            <a:satOff val="0"/>
            <a:lumOff val="0"/>
            <a:alphaOff val="0"/>
            <a:alpha val="90000"/>
          </a:schemeClr>
        </a:solidFill>
        <a:ln w="12700" cap="flat" cmpd="sng" algn="ctr">
          <a:solidFill>
            <a:schemeClr val="accent1">
              <a:tint val="40000"/>
              <a:hueOff val="0"/>
              <a:satOff val="0"/>
              <a:lumOff val="0"/>
              <a:alphaOff val="0"/>
              <a:alpha val="90000"/>
            </a:schemeClr>
          </a:solidFill>
          <a:prstDash val="solid"/>
          <a:miter lim="800000"/>
        </a:ln>
        <a:effectLst/>
      </dsp:spPr>
      <dsp:style>
        <a:lnRef idx="2">
          <a:srgbClr val="000000"/>
        </a:lnRef>
        <a:fillRef idx="1">
          <a:srgbClr val="000000"/>
        </a:fillRef>
        <a:effectRef idx="0">
          <a:srgbClr val="00000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ts val="0"/>
            </a:spcBef>
            <a:spcAft>
              <a:spcPts val="0"/>
            </a:spcAft>
            <a:buNone/>
            <a:defRPr/>
          </a:pPr>
          <a:r>
            <a:rPr lang="en-US" sz="1200"/>
            <a:t>Development Phase</a:t>
          </a:r>
          <a:endParaRPr/>
        </a:p>
      </dsp:txBody>
      <dsp:txXfrm>
        <a:off x="8375505" y="3002423"/>
        <a:ext cx="2878599" cy="607011"/>
      </dsp:txXfrm>
    </dsp:sp>
    <dsp:sp modelId="{9C3751DB-E09B-4802-A66D-F07AE39983EC}">
      <dsp:nvSpPr>
        <dsp:cNvPr id="548486647" name=""/>
        <dsp:cNvSpPr/>
      </dsp:nvSpPr>
      <dsp:spPr bwMode="auto">
        <a:xfrm>
          <a:off x="9814805" y="2262695"/>
          <a:ext cx="0" cy="739727"/>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rgbClr val="000000"/>
        </a:lnRef>
        <a:fillRef idx="1">
          <a:srgbClr val="000000"/>
        </a:fillRef>
        <a:effectRef idx="0">
          <a:srgbClr val="000000"/>
        </a:effectRef>
        <a:fontRef idx="minor">
          <a:schemeClr val="lt1"/>
        </a:fontRef>
      </dsp:style>
    </dsp:sp>
    <dsp:sp modelId="{6A2C9FB6-EB09-4A27-9813-8069F619DCDE}">
      <dsp:nvSpPr>
        <dsp:cNvPr id="1996615744" name=""/>
        <dsp:cNvSpPr/>
      </dsp:nvSpPr>
      <dsp:spPr bwMode="auto">
        <a:xfrm>
          <a:off x="8124845" y="2121277"/>
          <a:ext cx="108783" cy="108783"/>
        </a:xfrm>
        <a:prstGeom prst="ellipse">
          <a:avLst/>
        </a:prstGeom>
        <a:solidFill>
          <a:schemeClr val="lt1">
            <a:hueOff val="0"/>
            <a:satOff val="0"/>
            <a:lumOff val="0"/>
            <a:alphaOff val="0"/>
            <a:alpha val="90000"/>
          </a:schemeClr>
        </a:solidFill>
        <a:ln w="12700" cap="flat" cmpd="sng" algn="ctr">
          <a:noFill/>
          <a:prstDash val="solid"/>
          <a:miter lim="800000"/>
        </a:ln>
        <a:effectLst/>
      </dsp:spPr>
      <dsp:style>
        <a:lnRef idx="2">
          <a:srgbClr val="000000"/>
        </a:lnRef>
        <a:fillRef idx="1">
          <a:srgbClr val="000000"/>
        </a:fillRef>
        <a:effectRef idx="0">
          <a:srgbClr val="000000"/>
        </a:effectRef>
        <a:fontRef idx="minor"/>
      </dsp:style>
    </dsp:sp>
    <dsp:sp modelId="{1509A8C0-6F68-4CDB-983D-6AE718E86613}">
      <dsp:nvSpPr>
        <dsp:cNvPr id="2039829626" name=""/>
        <dsp:cNvSpPr/>
      </dsp:nvSpPr>
      <dsp:spPr bwMode="auto">
        <a:xfrm>
          <a:off x="9760413" y="2121277"/>
          <a:ext cx="108783" cy="108783"/>
        </a:xfrm>
        <a:prstGeom prst="ellipse">
          <a:avLst/>
        </a:prstGeom>
        <a:solidFill>
          <a:schemeClr val="lt1">
            <a:hueOff val="0"/>
            <a:satOff val="0"/>
            <a:lumOff val="0"/>
            <a:alphaOff val="0"/>
            <a:alpha val="90000"/>
          </a:schemeClr>
        </a:solidFill>
        <a:ln w="12700" cap="flat" cmpd="sng" algn="ctr">
          <a:noFill/>
          <a:prstDash val="solid"/>
          <a:miter lim="800000"/>
        </a:ln>
        <a:effectLst/>
      </dsp:spPr>
      <dsp:style>
        <a:lnRef idx="2">
          <a:srgbClr val="000000"/>
        </a:lnRef>
        <a:fillRef idx="1">
          <a:srgbClr val="000000"/>
        </a:fillRef>
        <a:effectRef idx="0">
          <a:srgbClr val="000000"/>
        </a:effectRef>
        <a:fontRef idx="minor"/>
      </dsp:style>
    </dsp:sp>
  </dsp:spTree>
</dsp:drawing>
</file>

<file path=ppt/diagrams/drawing2.xml><?xml version="1.0" encoding="utf-8"?>
<dsp:drawing xmlns:dsp="http://schemas.microsoft.com/office/drawing/2008/diagram" xmlns:dgm="http://schemas.openxmlformats.org/drawingml/2006/diagram" xmlns:a="http://schemas.openxmlformats.org/drawingml/2006/main" xmlns:r="http://schemas.openxmlformats.org/officeDocument/2006/relationships">
  <dsp:spTree>
    <dsp:nvGrpSpPr>
      <dsp:cNvPr id="1617007197" name=""/>
      <dsp:cNvGrpSpPr/>
    </dsp:nvGrpSpPr>
    <dsp:grpSpPr bwMode="auto">
      <a:xfrm>
        <a:off x="0" y="0"/>
        <a:ext cx="11593287" cy="4351338"/>
        <a:chOff x="0" y="0"/>
        <a:chExt cx="11593287" cy="4351338"/>
      </a:xfrm>
    </dsp:grpSpPr>
    <dsp:sp modelId="{29820CF4-5E9A-4D83-915F-E638BAFE0845}">
      <dsp:nvSpPr>
        <dsp:cNvPr id="1617007198" name=""/>
        <dsp:cNvSpPr/>
      </dsp:nvSpPr>
      <dsp:spPr bwMode="auto">
        <a:xfrm rot="0" flipH="0" flipV="0">
          <a:off x="2000774" y="577611"/>
          <a:ext cx="420693" cy="0"/>
        </a:xfrm>
        <a:custGeom>
          <a:avLst/>
          <a:gdLst/>
          <a:ahLst/>
          <a:cxnLst/>
          <a:rect l="0" t="0" r="r" b="b"/>
          <a:pathLst>
            <a:path fill="norm" stroke="1" extrusionOk="0">
              <a:moveTo>
                <a:pt x="0" y="0"/>
              </a:moveTo>
              <a:lnTo>
                <a:pt x="243559" y="0"/>
              </a:lnTo>
              <a:lnTo>
                <a:pt x="243559" y="0"/>
              </a:lnTo>
              <a:lnTo>
                <a:pt x="420693" y="0"/>
              </a:lnTo>
            </a:path>
          </a:pathLst>
        </a:custGeom>
        <a:ln>
          <a:tailEnd type="arrow"/>
        </a:ln>
      </dsp:spPr>
      <dsp:style>
        <a:lnRef idx="1">
          <a:schemeClr val="accent1"/>
        </a:lnRef>
        <a:fillRef idx="0">
          <a:srgbClr val="000000"/>
        </a:fillRef>
        <a:effectRef idx="0">
          <a:srgbClr val="000000"/>
        </a:effectRef>
        <a:fontRef idx="minor"/>
      </dsp:style>
    </dsp:sp>
    <dsp:sp modelId="{1F1E44F3-3CF5-4969-A1B4-85E932A9814B}">
      <dsp:nvSpPr>
        <dsp:cNvPr id="1617007199" name=""/>
        <dsp:cNvSpPr/>
      </dsp:nvSpPr>
      <dsp:spPr bwMode="auto">
        <a:xfrm rot="0" flipH="0" flipV="0">
          <a:off x="4368981" y="577611"/>
          <a:ext cx="420693" cy="0"/>
        </a:xfrm>
        <a:custGeom>
          <a:avLst/>
          <a:gdLst/>
          <a:ahLst/>
          <a:cxnLst/>
          <a:rect l="0" t="0" r="r" b="b"/>
          <a:pathLst>
            <a:path fill="norm" stroke="1" extrusionOk="0">
              <a:moveTo>
                <a:pt x="0" y="0"/>
              </a:moveTo>
              <a:lnTo>
                <a:pt x="243559" y="0"/>
              </a:lnTo>
              <a:lnTo>
                <a:pt x="243559" y="0"/>
              </a:lnTo>
              <a:lnTo>
                <a:pt x="420693" y="0"/>
              </a:lnTo>
            </a:path>
          </a:pathLst>
        </a:custGeom>
        <a:ln>
          <a:tailEnd type="arrow"/>
        </a:ln>
      </dsp:spPr>
      <dsp:style>
        <a:lnRef idx="1">
          <a:schemeClr val="accent1"/>
        </a:lnRef>
        <a:fillRef idx="0">
          <a:srgbClr val="000000"/>
        </a:fillRef>
        <a:effectRef idx="0">
          <a:srgbClr val="000000"/>
        </a:effectRef>
        <a:fontRef idx="minor"/>
      </dsp:style>
    </dsp:sp>
    <dsp:sp modelId="{7D3B4E01-0963-4FB7-8DAE-836912D726FA}">
      <dsp:nvSpPr>
        <dsp:cNvPr id="0" name=""/>
        <dsp:cNvSpPr/>
      </dsp:nvSpPr>
      <dsp:spPr bwMode="auto">
        <a:xfrm rot="0" flipH="0" flipV="0">
          <a:off x="97545" y="0"/>
          <a:ext cx="1925370" cy="115522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A user begins on the Register page in the frontend. Their name, org, and requested role are posted to the backend, which records a PENDING request in the org’s local SQLite database and returns a tracking ID. </a:t>
          </a:r>
          <a:endParaRPr/>
        </a:p>
      </dsp:txBody>
      <dsp:txXfrm rot="0">
        <a:off x="97545" y="0"/>
        <a:ext cx="1925370" cy="1155222"/>
      </dsp:txXfrm>
    </dsp:sp>
    <dsp:sp modelId="{BAE2A970-AB97-42CB-A00E-397ED379F791}">
      <dsp:nvSpPr>
        <dsp:cNvPr id="1617007200" name=""/>
        <dsp:cNvSpPr/>
      </dsp:nvSpPr>
      <dsp:spPr bwMode="auto">
        <a:xfrm rot="0" flipH="0" flipV="0">
          <a:off x="6737187" y="577611"/>
          <a:ext cx="420693" cy="0"/>
        </a:xfrm>
        <a:custGeom>
          <a:avLst/>
          <a:gdLst/>
          <a:ahLst/>
          <a:cxnLst/>
          <a:rect l="0" t="0" r="r" b="b"/>
          <a:pathLst>
            <a:path fill="norm" stroke="1" extrusionOk="0">
              <a:moveTo>
                <a:pt x="0" y="0"/>
              </a:moveTo>
              <a:lnTo>
                <a:pt x="243559" y="0"/>
              </a:lnTo>
              <a:lnTo>
                <a:pt x="243559" y="0"/>
              </a:lnTo>
              <a:lnTo>
                <a:pt x="420693" y="0"/>
              </a:lnTo>
            </a:path>
          </a:pathLst>
        </a:custGeom>
        <a:ln>
          <a:tailEnd type="arrow"/>
        </a:ln>
      </dsp:spPr>
      <dsp:style>
        <a:lnRef idx="1">
          <a:schemeClr val="accent1"/>
        </a:lnRef>
        <a:fillRef idx="0">
          <a:srgbClr val="000000"/>
        </a:fillRef>
        <a:effectRef idx="0">
          <a:srgbClr val="000000"/>
        </a:effectRef>
        <a:fontRef idx="minor"/>
      </dsp:style>
    </dsp:sp>
    <dsp:sp modelId="{F1AABC6C-64AF-47B3-82FF-287CA6154F53}">
      <dsp:nvSpPr>
        <dsp:cNvPr id="0" name=""/>
        <dsp:cNvSpPr/>
      </dsp:nvSpPr>
      <dsp:spPr bwMode="auto">
        <a:xfrm rot="0" flipH="0" flipV="0">
          <a:off x="2465752" y="0"/>
          <a:ext cx="1925370" cy="115522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The user can revisit a Status/Tracker page that polls the backend for changes to that request.</a:t>
          </a:r>
          <a:endParaRPr/>
        </a:p>
      </dsp:txBody>
      <dsp:txXfrm rot="0">
        <a:off x="2465752" y="0"/>
        <a:ext cx="1925370" cy="1155222"/>
      </dsp:txXfrm>
    </dsp:sp>
    <dsp:sp modelId="{40B6855B-B5A1-490D-9583-84A4CA33D3DD}">
      <dsp:nvSpPr>
        <dsp:cNvPr id="1617007201" name=""/>
        <dsp:cNvSpPr/>
      </dsp:nvSpPr>
      <dsp:spPr bwMode="auto">
        <a:xfrm rot="0" flipH="0" flipV="0">
          <a:off x="9105393" y="577611"/>
          <a:ext cx="420693" cy="0"/>
        </a:xfrm>
        <a:custGeom>
          <a:avLst/>
          <a:gdLst/>
          <a:ahLst/>
          <a:cxnLst/>
          <a:rect l="0" t="0" r="r" b="b"/>
          <a:pathLst>
            <a:path fill="norm" stroke="1" extrusionOk="0">
              <a:moveTo>
                <a:pt x="0" y="0"/>
              </a:moveTo>
              <a:lnTo>
                <a:pt x="243559" y="0"/>
              </a:lnTo>
              <a:lnTo>
                <a:pt x="243559" y="0"/>
              </a:lnTo>
              <a:lnTo>
                <a:pt x="420693" y="0"/>
              </a:lnTo>
            </a:path>
          </a:pathLst>
        </a:custGeom>
        <a:ln>
          <a:tailEnd type="arrow"/>
        </a:ln>
      </dsp:spPr>
      <dsp:style>
        <a:lnRef idx="1">
          <a:schemeClr val="accent1"/>
        </a:lnRef>
        <a:fillRef idx="0">
          <a:srgbClr val="000000"/>
        </a:fillRef>
        <a:effectRef idx="0">
          <a:srgbClr val="000000"/>
        </a:effectRef>
        <a:fontRef idx="minor"/>
      </dsp:style>
    </dsp:sp>
    <dsp:sp modelId="{E600C90C-F329-425D-AE57-021D9091A6B1}">
      <dsp:nvSpPr>
        <dsp:cNvPr id="0" name=""/>
        <dsp:cNvSpPr/>
      </dsp:nvSpPr>
      <dsp:spPr bwMode="auto">
        <a:xfrm rot="0" flipH="0" flipV="0">
          <a:off x="4833958" y="0"/>
          <a:ext cx="1925370" cy="115522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An admin opens the Admin Dashboard in the same org’s frontend. </a:t>
          </a:r>
          <a:endParaRPr/>
        </a:p>
      </dsp:txBody>
      <dsp:txXfrm rot="0">
        <a:off x="4833958" y="0"/>
        <a:ext cx="1925370" cy="1155222"/>
      </dsp:txXfrm>
    </dsp:sp>
    <dsp:sp modelId="{D2013D73-A676-4754-AF07-22B743479CF3}">
      <dsp:nvSpPr>
        <dsp:cNvPr id="1617007202" name=""/>
        <dsp:cNvSpPr/>
      </dsp:nvSpPr>
      <dsp:spPr bwMode="auto">
        <a:xfrm rot="0" flipH="0" flipV="0">
          <a:off x="1060231" y="1133080"/>
          <a:ext cx="9472824" cy="420693"/>
        </a:xfrm>
        <a:custGeom>
          <a:avLst/>
          <a:gdLst/>
          <a:ahLst/>
          <a:cxnLst/>
          <a:rect l="0" t="0" r="r" b="b"/>
          <a:pathLst>
            <a:path fill="norm" stroke="1" extrusionOk="0">
              <a:moveTo>
                <a:pt x="9472824" y="0"/>
              </a:moveTo>
              <a:lnTo>
                <a:pt x="9472824" y="243559"/>
              </a:lnTo>
              <a:lnTo>
                <a:pt x="0" y="243559"/>
              </a:lnTo>
              <a:lnTo>
                <a:pt x="0" y="420693"/>
              </a:lnTo>
            </a:path>
          </a:pathLst>
        </a:custGeom>
        <a:ln>
          <a:tailEnd type="arrow"/>
        </a:ln>
      </dsp:spPr>
      <dsp:style>
        <a:lnRef idx="1">
          <a:schemeClr val="accent1"/>
        </a:lnRef>
        <a:fillRef idx="0">
          <a:srgbClr val="000000"/>
        </a:fillRef>
        <a:effectRef idx="0">
          <a:srgbClr val="000000"/>
        </a:effectRef>
        <a:fontRef idx="minor"/>
      </dsp:style>
    </dsp:sp>
    <dsp:sp modelId="{3BA5EE2D-B781-4CD1-9EAA-F672558410A3}">
      <dsp:nvSpPr>
        <dsp:cNvPr id="0" name=""/>
        <dsp:cNvSpPr/>
      </dsp:nvSpPr>
      <dsp:spPr bwMode="auto">
        <a:xfrm rot="0" flipH="0" flipV="0">
          <a:off x="7202164" y="0"/>
          <a:ext cx="1925370" cy="115522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The dashboard asks the backend for all pending requests from that org. </a:t>
          </a:r>
          <a:endParaRPr/>
        </a:p>
      </dsp:txBody>
      <dsp:txXfrm rot="0">
        <a:off x="7202164" y="0"/>
        <a:ext cx="1925370" cy="1155222"/>
      </dsp:txXfrm>
    </dsp:sp>
    <dsp:sp modelId="{FFA6209D-01CB-4843-B1BE-32DFD587BB20}">
      <dsp:nvSpPr>
        <dsp:cNvPr id="1617007203" name=""/>
        <dsp:cNvSpPr/>
      </dsp:nvSpPr>
      <dsp:spPr bwMode="auto">
        <a:xfrm rot="0" flipH="0" flipV="0">
          <a:off x="2000774" y="2175669"/>
          <a:ext cx="420693" cy="0"/>
        </a:xfrm>
        <a:custGeom>
          <a:avLst/>
          <a:gdLst/>
          <a:ahLst/>
          <a:cxnLst/>
          <a:rect l="0" t="0" r="r" b="b"/>
          <a:pathLst>
            <a:path fill="norm" stroke="1" extrusionOk="0">
              <a:moveTo>
                <a:pt x="0" y="0"/>
              </a:moveTo>
              <a:lnTo>
                <a:pt x="243559" y="0"/>
              </a:lnTo>
              <a:lnTo>
                <a:pt x="243559" y="0"/>
              </a:lnTo>
              <a:lnTo>
                <a:pt x="420693" y="0"/>
              </a:lnTo>
            </a:path>
          </a:pathLst>
        </a:custGeom>
        <a:ln>
          <a:tailEnd type="arrow"/>
        </a:ln>
      </dsp:spPr>
      <dsp:style>
        <a:lnRef idx="1">
          <a:schemeClr val="accent1"/>
        </a:lnRef>
        <a:fillRef idx="0">
          <a:srgbClr val="000000"/>
        </a:fillRef>
        <a:effectRef idx="0">
          <a:srgbClr val="000000"/>
        </a:effectRef>
        <a:fontRef idx="minor"/>
      </dsp:style>
    </dsp:sp>
    <dsp:sp modelId="{FB6FC9BE-A176-4545-8AEA-0BBAD0EB95E4}">
      <dsp:nvSpPr>
        <dsp:cNvPr id="0" name=""/>
        <dsp:cNvSpPr/>
      </dsp:nvSpPr>
      <dsp:spPr bwMode="auto">
        <a:xfrm rot="0" flipH="0" flipV="0">
          <a:off x="9570370" y="0"/>
          <a:ext cx="1925370" cy="115522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After the admin verifies the applicant really belongs to the org and the role is appropriate, the admin clicks Approve. </a:t>
          </a:r>
          <a:endParaRPr/>
        </a:p>
      </dsp:txBody>
      <dsp:txXfrm rot="0">
        <a:off x="9570370" y="0"/>
        <a:ext cx="1925370" cy="1155222"/>
      </dsp:txXfrm>
    </dsp:sp>
    <dsp:sp modelId="{62B194CA-5C80-40F6-9B9C-A90E3A5025DC}">
      <dsp:nvSpPr>
        <dsp:cNvPr id="1617007204" name=""/>
        <dsp:cNvSpPr/>
      </dsp:nvSpPr>
      <dsp:spPr bwMode="auto">
        <a:xfrm rot="0" flipH="0" flipV="0">
          <a:off x="4368981" y="2175669"/>
          <a:ext cx="420693" cy="0"/>
        </a:xfrm>
        <a:custGeom>
          <a:avLst/>
          <a:gdLst/>
          <a:ahLst/>
          <a:cxnLst/>
          <a:rect l="0" t="0" r="r" b="b"/>
          <a:pathLst>
            <a:path fill="norm" stroke="1" extrusionOk="0">
              <a:moveTo>
                <a:pt x="0" y="0"/>
              </a:moveTo>
              <a:lnTo>
                <a:pt x="243559" y="0"/>
              </a:lnTo>
              <a:lnTo>
                <a:pt x="243559" y="0"/>
              </a:lnTo>
              <a:lnTo>
                <a:pt x="420693" y="0"/>
              </a:lnTo>
            </a:path>
          </a:pathLst>
        </a:custGeom>
        <a:ln>
          <a:tailEnd type="arrow"/>
        </a:ln>
      </dsp:spPr>
      <dsp:style>
        <a:lnRef idx="1">
          <a:schemeClr val="accent1"/>
        </a:lnRef>
        <a:fillRef idx="0">
          <a:srgbClr val="000000"/>
        </a:fillRef>
        <a:effectRef idx="0">
          <a:srgbClr val="000000"/>
        </a:effectRef>
        <a:fontRef idx="minor"/>
      </dsp:style>
    </dsp:sp>
    <dsp:sp modelId="{8764576A-405F-452C-AF87-36682FCFA520}">
      <dsp:nvSpPr>
        <dsp:cNvPr id="0" name=""/>
        <dsp:cNvSpPr/>
      </dsp:nvSpPr>
      <dsp:spPr bwMode="auto">
        <a:xfrm rot="0" flipH="0" flipV="0">
          <a:off x="97545" y="1598057"/>
          <a:ext cx="1925370" cy="115522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The backend marks the request APPROVED with an associated enrollment ID and secret (these may have been produced by a separate “register with CA” step). </a:t>
          </a:r>
          <a:endParaRPr/>
        </a:p>
      </dsp:txBody>
      <dsp:txXfrm rot="0">
        <a:off x="97545" y="1598057"/>
        <a:ext cx="1925370" cy="1155222"/>
      </dsp:txXfrm>
    </dsp:sp>
    <dsp:sp modelId="{CF3B2767-DBCE-4095-A955-91926782E326}">
      <dsp:nvSpPr>
        <dsp:cNvPr id="1617007205" name=""/>
        <dsp:cNvSpPr/>
      </dsp:nvSpPr>
      <dsp:spPr bwMode="auto">
        <a:xfrm rot="0" flipH="0" flipV="0">
          <a:off x="6737187" y="2175669"/>
          <a:ext cx="420693" cy="0"/>
        </a:xfrm>
        <a:custGeom>
          <a:avLst/>
          <a:gdLst/>
          <a:ahLst/>
          <a:cxnLst/>
          <a:rect l="0" t="0" r="r" b="b"/>
          <a:pathLst>
            <a:path fill="norm" stroke="1" extrusionOk="0">
              <a:moveTo>
                <a:pt x="0" y="0"/>
              </a:moveTo>
              <a:lnTo>
                <a:pt x="243559" y="0"/>
              </a:lnTo>
              <a:lnTo>
                <a:pt x="243559" y="0"/>
              </a:lnTo>
              <a:lnTo>
                <a:pt x="420693" y="0"/>
              </a:lnTo>
            </a:path>
          </a:pathLst>
        </a:custGeom>
        <a:ln>
          <a:tailEnd type="arrow"/>
        </a:ln>
      </dsp:spPr>
      <dsp:style>
        <a:lnRef idx="1">
          <a:schemeClr val="accent1"/>
        </a:lnRef>
        <a:fillRef idx="0">
          <a:srgbClr val="000000"/>
        </a:fillRef>
        <a:effectRef idx="0">
          <a:srgbClr val="000000"/>
        </a:effectRef>
        <a:fontRef idx="minor"/>
      </dsp:style>
    </dsp:sp>
    <dsp:sp modelId="{C70CF4E1-77BE-466C-B9A9-068311153485}">
      <dsp:nvSpPr>
        <dsp:cNvPr id="0" name=""/>
        <dsp:cNvSpPr/>
      </dsp:nvSpPr>
      <dsp:spPr bwMode="auto">
        <a:xfrm rot="0" flipH="0" flipV="0">
          <a:off x="2465752" y="1598057"/>
          <a:ext cx="1925370" cy="115522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Because the user’s browser has the tracking ID, the Status page can now reveal the enrollment secret and link to the Enroll page.</a:t>
          </a:r>
          <a:endParaRPr/>
        </a:p>
      </dsp:txBody>
      <dsp:txXfrm rot="0">
        <a:off x="2465752" y="1598057"/>
        <a:ext cx="1925370" cy="1155222"/>
      </dsp:txXfrm>
    </dsp:sp>
    <dsp:sp modelId="{E49F9FEA-555C-4BA9-B957-F0D6F1707280}">
      <dsp:nvSpPr>
        <dsp:cNvPr id="1617007206" name=""/>
        <dsp:cNvSpPr/>
      </dsp:nvSpPr>
      <dsp:spPr bwMode="auto">
        <a:xfrm rot="0" flipH="0" flipV="0">
          <a:off x="9105393" y="2175669"/>
          <a:ext cx="420693" cy="0"/>
        </a:xfrm>
        <a:custGeom>
          <a:avLst/>
          <a:gdLst/>
          <a:ahLst/>
          <a:cxnLst/>
          <a:rect l="0" t="0" r="r" b="b"/>
          <a:pathLst>
            <a:path fill="norm" stroke="1" extrusionOk="0">
              <a:moveTo>
                <a:pt x="0" y="0"/>
              </a:moveTo>
              <a:lnTo>
                <a:pt x="243559" y="0"/>
              </a:lnTo>
              <a:lnTo>
                <a:pt x="243559" y="0"/>
              </a:lnTo>
              <a:lnTo>
                <a:pt x="420693" y="0"/>
              </a:lnTo>
            </a:path>
          </a:pathLst>
        </a:custGeom>
        <a:ln>
          <a:tailEnd type="arrow"/>
        </a:ln>
      </dsp:spPr>
      <dsp:style>
        <a:lnRef idx="1">
          <a:schemeClr val="accent1"/>
        </a:lnRef>
        <a:fillRef idx="0">
          <a:srgbClr val="000000"/>
        </a:fillRef>
        <a:effectRef idx="0">
          <a:srgbClr val="000000"/>
        </a:effectRef>
        <a:fontRef idx="minor"/>
      </dsp:style>
    </dsp:sp>
    <dsp:sp modelId="{005DAB29-9F36-4DAB-B403-4F9CC1A8C78E}">
      <dsp:nvSpPr>
        <dsp:cNvPr id="0" name=""/>
        <dsp:cNvSpPr/>
      </dsp:nvSpPr>
      <dsp:spPr bwMode="auto">
        <a:xfrm rot="0" flipH="0" flipV="0">
          <a:off x="4833958" y="1598057"/>
          <a:ext cx="1925370" cy="115522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On the Enroll page, the user’s browser generates a fresh ECDSA keypair with </a:t>
          </a:r>
          <a:r>
            <a:rPr lang="en-US" sz="800"/>
            <a:t>WebCrypto</a:t>
          </a:r>
          <a:r>
            <a:rPr lang="en-US" sz="800"/>
            <a:t> and builds a CSR (certificate signing request). </a:t>
          </a:r>
          <a:endParaRPr/>
        </a:p>
      </dsp:txBody>
      <dsp:txXfrm rot="0">
        <a:off x="4833958" y="1598057"/>
        <a:ext cx="1925370" cy="1155222"/>
      </dsp:txXfrm>
    </dsp:sp>
    <dsp:sp modelId="{C2DE7574-3CCD-4DE2-ABFA-9B9DC7D1C1D0}">
      <dsp:nvSpPr>
        <dsp:cNvPr id="1617007207" name=""/>
        <dsp:cNvSpPr/>
      </dsp:nvSpPr>
      <dsp:spPr bwMode="auto">
        <a:xfrm rot="0" flipH="0" flipV="0">
          <a:off x="1060231" y="2731138"/>
          <a:ext cx="9472824" cy="420693"/>
        </a:xfrm>
        <a:custGeom>
          <a:avLst/>
          <a:gdLst/>
          <a:ahLst/>
          <a:cxnLst/>
          <a:rect l="0" t="0" r="r" b="b"/>
          <a:pathLst>
            <a:path fill="norm" stroke="1" extrusionOk="0">
              <a:moveTo>
                <a:pt x="9472824" y="0"/>
              </a:moveTo>
              <a:lnTo>
                <a:pt x="9472824" y="243559"/>
              </a:lnTo>
              <a:lnTo>
                <a:pt x="0" y="243559"/>
              </a:lnTo>
              <a:lnTo>
                <a:pt x="0" y="420693"/>
              </a:lnTo>
            </a:path>
          </a:pathLst>
        </a:custGeom>
        <a:ln>
          <a:tailEnd type="arrow"/>
        </a:ln>
      </dsp:spPr>
      <dsp:style>
        <a:lnRef idx="1">
          <a:schemeClr val="accent1"/>
        </a:lnRef>
        <a:fillRef idx="0">
          <a:srgbClr val="000000"/>
        </a:fillRef>
        <a:effectRef idx="0">
          <a:srgbClr val="000000"/>
        </a:effectRef>
        <a:fontRef idx="minor"/>
      </dsp:style>
    </dsp:sp>
    <dsp:sp modelId="{8A2888D7-6BE7-4C41-AF1C-9E3E7139BE65}">
      <dsp:nvSpPr>
        <dsp:cNvPr id="0" name=""/>
        <dsp:cNvSpPr/>
      </dsp:nvSpPr>
      <dsp:spPr bwMode="auto">
        <a:xfrm rot="0" flipH="0" flipV="0">
          <a:off x="7202164" y="1598057"/>
          <a:ext cx="1925370" cy="115522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The frontend posts the {enrollmentId, secret, csr} to the backend, which simply proxies it to the org’s Fabric CA. The CA returns the user’s certificate (PEM); the backend returns it to the browser. </a:t>
          </a:r>
          <a:endParaRPr/>
        </a:p>
      </dsp:txBody>
      <dsp:txXfrm rot="0">
        <a:off x="7202164" y="1598057"/>
        <a:ext cx="1925370" cy="1155222"/>
      </dsp:txXfrm>
    </dsp:sp>
    <dsp:sp modelId="{2AF0BBA9-658C-40F0-8D41-BB4B4F923C06}">
      <dsp:nvSpPr>
        <dsp:cNvPr id="0" name=""/>
        <dsp:cNvSpPr/>
      </dsp:nvSpPr>
      <dsp:spPr bwMode="auto">
        <a:xfrm rot="0" flipH="0" flipV="0">
          <a:off x="9570370" y="1598057"/>
          <a:ext cx="1925370" cy="115522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The browser offers a YAML bundle (cert + private key) for download so the user can keep a local copy, and also creates an application account by sending {username, password, role, cert} to the backend. </a:t>
          </a:r>
          <a:endParaRPr/>
        </a:p>
      </dsp:txBody>
      <dsp:txXfrm rot="0">
        <a:off x="9570370" y="1598057"/>
        <a:ext cx="1925370" cy="1155222"/>
      </dsp:txXfrm>
    </dsp:sp>
    <dsp:sp modelId="{0253C424-5347-4A8F-8A18-8D9FB1C86477}">
      <dsp:nvSpPr>
        <dsp:cNvPr id="0" name=""/>
        <dsp:cNvSpPr/>
      </dsp:nvSpPr>
      <dsp:spPr bwMode="auto">
        <a:xfrm rot="0" flipH="0" flipV="0">
          <a:off x="97545" y="3196115"/>
          <a:ext cx="1925370" cy="115522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The backend stores only the password hash, the public cert, the role, and org info—never the private key.</a:t>
          </a:r>
          <a:endParaRPr/>
        </a:p>
      </dsp:txBody>
      <dsp:txXfrm rot="0">
        <a:off x="97545" y="3196115"/>
        <a:ext cx="1925370" cy="1155222"/>
      </dsp:txXfrm>
    </dsp:sp>
  </dsp:spTree>
</dsp:drawing>
</file>

<file path=ppt/diagrams/drawing3.xml><?xml version="1.0" encoding="utf-8"?>
<dsp:drawing xmlns:dsp="http://schemas.microsoft.com/office/drawing/2008/diagram" xmlns:dgm="http://schemas.openxmlformats.org/drawingml/2006/diagram" xmlns:a="http://schemas.openxmlformats.org/drawingml/2006/main" xmlns:r="http://schemas.openxmlformats.org/officeDocument/2006/relationships">
  <dsp:spTree>
    <dsp:nvGrpSpPr>
      <dsp:cNvPr id="1582953864" name=""/>
      <dsp:cNvGrpSpPr/>
    </dsp:nvGrpSpPr>
    <dsp:grpSpPr bwMode="auto">
      <a:xfrm>
        <a:off x="0" y="0"/>
        <a:ext cx="11451771" cy="4351338"/>
        <a:chOff x="0" y="0"/>
        <a:chExt cx="11451771" cy="4351338"/>
      </a:xfrm>
    </dsp:grpSpPr>
    <dsp:sp modelId="{1701E09B-16E4-4E9B-A3A3-03E662B0A59F}">
      <dsp:nvSpPr>
        <dsp:cNvPr id="1582953865" name=""/>
        <dsp:cNvSpPr/>
      </dsp:nvSpPr>
      <dsp:spPr bwMode="auto">
        <a:xfrm rot="0" flipH="0" flipV="0">
          <a:off x="1912174" y="1372884"/>
          <a:ext cx="422670" cy="0"/>
        </a:xfrm>
        <a:custGeom>
          <a:avLst/>
          <a:gdLst/>
          <a:ahLst/>
          <a:cxnLst/>
          <a:rect l="0" t="0" r="r" b="b"/>
          <a:pathLst>
            <a:path fill="norm" stroke="1" extrusionOk="0">
              <a:moveTo>
                <a:pt x="0" y="0"/>
              </a:moveTo>
              <a:lnTo>
                <a:pt x="244704" y="0"/>
              </a:lnTo>
              <a:lnTo>
                <a:pt x="244704" y="0"/>
              </a:lnTo>
              <a:lnTo>
                <a:pt x="422670" y="0"/>
              </a:lnTo>
            </a:path>
          </a:pathLst>
        </a:custGeom>
        <a:ln>
          <a:tailEnd type="arrow"/>
        </a:ln>
      </dsp:spPr>
      <dsp:style>
        <a:lnRef idx="1">
          <a:schemeClr val="accent1"/>
        </a:lnRef>
        <a:fillRef idx="0">
          <a:srgbClr val="000000"/>
        </a:fillRef>
        <a:effectRef idx="0">
          <a:srgbClr val="000000"/>
        </a:effectRef>
        <a:fontRef idx="minor"/>
      </dsp:style>
    </dsp:sp>
    <dsp:sp modelId="{D3E42E14-32BC-4B83-BA43-F6F55332D3FF}">
      <dsp:nvSpPr>
        <dsp:cNvPr id="1582953866" name=""/>
        <dsp:cNvSpPr/>
      </dsp:nvSpPr>
      <dsp:spPr bwMode="auto">
        <a:xfrm rot="0" flipH="0" flipV="0">
          <a:off x="4291512" y="1372884"/>
          <a:ext cx="422670" cy="0"/>
        </a:xfrm>
        <a:custGeom>
          <a:avLst/>
          <a:gdLst/>
          <a:ahLst/>
          <a:cxnLst/>
          <a:rect l="0" t="0" r="r" b="b"/>
          <a:pathLst>
            <a:path fill="norm" stroke="1" extrusionOk="0">
              <a:moveTo>
                <a:pt x="0" y="0"/>
              </a:moveTo>
              <a:lnTo>
                <a:pt x="244704" y="0"/>
              </a:lnTo>
              <a:lnTo>
                <a:pt x="244704" y="0"/>
              </a:lnTo>
              <a:lnTo>
                <a:pt x="422670" y="0"/>
              </a:lnTo>
            </a:path>
          </a:pathLst>
        </a:custGeom>
        <a:ln>
          <a:tailEnd type="arrow"/>
        </a:ln>
      </dsp:spPr>
      <dsp:style>
        <a:lnRef idx="1">
          <a:schemeClr val="accent1"/>
        </a:lnRef>
        <a:fillRef idx="0">
          <a:srgbClr val="000000"/>
        </a:fillRef>
        <a:effectRef idx="0">
          <a:srgbClr val="000000"/>
        </a:effectRef>
        <a:fontRef idx="minor"/>
      </dsp:style>
    </dsp:sp>
    <dsp:sp modelId="{96AEF582-BDF5-4A98-8680-30718F1859A0}">
      <dsp:nvSpPr>
        <dsp:cNvPr id="0" name=""/>
        <dsp:cNvSpPr/>
      </dsp:nvSpPr>
      <dsp:spPr bwMode="auto">
        <a:xfrm rot="0" flipH="0" flipV="0">
          <a:off x="0" y="792558"/>
          <a:ext cx="1934420" cy="116065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For day-to-day access, the user goes to Login. </a:t>
          </a:r>
          <a:endParaRPr/>
        </a:p>
      </dsp:txBody>
      <dsp:txXfrm rot="0">
        <a:off x="0" y="792558"/>
        <a:ext cx="1934420" cy="1160652"/>
      </dsp:txXfrm>
    </dsp:sp>
    <dsp:sp modelId="{40E696B8-2A37-4F88-9623-CCE6A98EB694}">
      <dsp:nvSpPr>
        <dsp:cNvPr id="1582953867" name=""/>
        <dsp:cNvSpPr/>
      </dsp:nvSpPr>
      <dsp:spPr bwMode="auto">
        <a:xfrm rot="0" flipH="0" flipV="0">
          <a:off x="6670850" y="1372884"/>
          <a:ext cx="422670" cy="0"/>
        </a:xfrm>
        <a:custGeom>
          <a:avLst/>
          <a:gdLst/>
          <a:ahLst/>
          <a:cxnLst/>
          <a:rect l="0" t="0" r="r" b="b"/>
          <a:pathLst>
            <a:path fill="norm" stroke="1" extrusionOk="0">
              <a:moveTo>
                <a:pt x="0" y="0"/>
              </a:moveTo>
              <a:lnTo>
                <a:pt x="244704" y="0"/>
              </a:lnTo>
              <a:lnTo>
                <a:pt x="244704" y="0"/>
              </a:lnTo>
              <a:lnTo>
                <a:pt x="422670" y="0"/>
              </a:lnTo>
            </a:path>
          </a:pathLst>
        </a:custGeom>
        <a:ln>
          <a:tailEnd type="arrow"/>
        </a:ln>
      </dsp:spPr>
      <dsp:style>
        <a:lnRef idx="1">
          <a:schemeClr val="accent1"/>
        </a:lnRef>
        <a:fillRef idx="0">
          <a:srgbClr val="000000"/>
        </a:fillRef>
        <a:effectRef idx="0">
          <a:srgbClr val="000000"/>
        </a:effectRef>
        <a:fontRef idx="minor"/>
      </dsp:style>
    </dsp:sp>
    <dsp:sp modelId="{2FC01FF0-1114-4C49-BBBC-3415CA8D6ACD}">
      <dsp:nvSpPr>
        <dsp:cNvPr id="0" name=""/>
        <dsp:cNvSpPr/>
      </dsp:nvSpPr>
      <dsp:spPr bwMode="auto">
        <a:xfrm rot="0" flipH="0" flipV="0">
          <a:off x="2379337" y="792558"/>
          <a:ext cx="1934420" cy="116065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They provide username, password, and paste their cert and private key PEMs. </a:t>
          </a:r>
          <a:endParaRPr/>
        </a:p>
      </dsp:txBody>
      <dsp:txXfrm rot="0">
        <a:off x="2379337" y="792558"/>
        <a:ext cx="1934420" cy="1160652"/>
      </dsp:txXfrm>
    </dsp:sp>
    <dsp:sp modelId="{58AADB7C-0191-422D-B96A-CDF18E18EBCE}">
      <dsp:nvSpPr>
        <dsp:cNvPr id="1582953868" name=""/>
        <dsp:cNvSpPr/>
      </dsp:nvSpPr>
      <dsp:spPr bwMode="auto">
        <a:xfrm rot="0" flipH="0" flipV="0">
          <a:off x="9050187" y="1372884"/>
          <a:ext cx="422670" cy="0"/>
        </a:xfrm>
        <a:custGeom>
          <a:avLst/>
          <a:gdLst/>
          <a:ahLst/>
          <a:cxnLst/>
          <a:rect l="0" t="0" r="r" b="b"/>
          <a:pathLst>
            <a:path fill="norm" stroke="1" extrusionOk="0">
              <a:moveTo>
                <a:pt x="0" y="0"/>
              </a:moveTo>
              <a:lnTo>
                <a:pt x="244704" y="0"/>
              </a:lnTo>
              <a:lnTo>
                <a:pt x="244704" y="0"/>
              </a:lnTo>
              <a:lnTo>
                <a:pt x="422670" y="0"/>
              </a:lnTo>
            </a:path>
          </a:pathLst>
        </a:custGeom>
        <a:ln>
          <a:tailEnd type="arrow"/>
        </a:ln>
      </dsp:spPr>
      <dsp:style>
        <a:lnRef idx="1">
          <a:schemeClr val="accent1"/>
        </a:lnRef>
        <a:fillRef idx="0">
          <a:srgbClr val="000000"/>
        </a:fillRef>
        <a:effectRef idx="0">
          <a:srgbClr val="000000"/>
        </a:effectRef>
        <a:fontRef idx="minor"/>
      </dsp:style>
    </dsp:sp>
    <dsp:sp modelId="{5085B17A-B194-4DC0-9758-33E1FB6EF9D6}">
      <dsp:nvSpPr>
        <dsp:cNvPr id="0" name=""/>
        <dsp:cNvSpPr/>
      </dsp:nvSpPr>
      <dsp:spPr bwMode="auto">
        <a:xfrm rot="0" flipH="0" flipV="0">
          <a:off x="4758675" y="792558"/>
          <a:ext cx="1934420" cy="116065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The backend verifies the password against the hash, confirms the key matches the cert (by signing a server-generated nonce), and then creates an in-memory session containing an ephemeral Fabric identity (the cert and key) for that user. </a:t>
          </a:r>
          <a:endParaRPr/>
        </a:p>
      </dsp:txBody>
      <dsp:txXfrm rot="0">
        <a:off x="4758675" y="792558"/>
        <a:ext cx="1934420" cy="1160652"/>
      </dsp:txXfrm>
    </dsp:sp>
    <dsp:sp modelId="{B89339FD-58D6-41C5-860F-A27868A8BE33}">
      <dsp:nvSpPr>
        <dsp:cNvPr id="1582953869" name=""/>
        <dsp:cNvSpPr/>
      </dsp:nvSpPr>
      <dsp:spPr bwMode="auto">
        <a:xfrm rot="0" flipH="0" flipV="0">
          <a:off x="967210" y="1930964"/>
          <a:ext cx="9517350" cy="422670"/>
        </a:xfrm>
        <a:custGeom>
          <a:avLst/>
          <a:gdLst/>
          <a:ahLst/>
          <a:cxnLst/>
          <a:rect l="0" t="0" r="r" b="b"/>
          <a:pathLst>
            <a:path fill="norm" stroke="1" extrusionOk="0">
              <a:moveTo>
                <a:pt x="9517350" y="0"/>
              </a:moveTo>
              <a:lnTo>
                <a:pt x="9517350" y="244704"/>
              </a:lnTo>
              <a:lnTo>
                <a:pt x="0" y="244704"/>
              </a:lnTo>
              <a:lnTo>
                <a:pt x="0" y="422670"/>
              </a:lnTo>
            </a:path>
          </a:pathLst>
        </a:custGeom>
        <a:ln>
          <a:tailEnd type="arrow"/>
        </a:ln>
      </dsp:spPr>
      <dsp:style>
        <a:lnRef idx="1">
          <a:schemeClr val="accent1"/>
        </a:lnRef>
        <a:fillRef idx="0">
          <a:srgbClr val="000000"/>
        </a:fillRef>
        <a:effectRef idx="0">
          <a:srgbClr val="000000"/>
        </a:effectRef>
        <a:fontRef idx="minor"/>
      </dsp:style>
    </dsp:sp>
    <dsp:sp modelId="{ECA6FE39-30BE-4F61-ACF3-768861197D3A}">
      <dsp:nvSpPr>
        <dsp:cNvPr id="0" name=""/>
        <dsp:cNvSpPr/>
      </dsp:nvSpPr>
      <dsp:spPr bwMode="auto">
        <a:xfrm rot="0" flipH="0" flipV="0">
          <a:off x="7138012" y="792558"/>
          <a:ext cx="1934420" cy="116065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The server sets a session cookie so subsequent API calls can use that identity. Optionally, a short-lived JWT is also returned to let the frontend hide or show UI elements based on role.</a:t>
          </a:r>
          <a:endParaRPr/>
        </a:p>
      </dsp:txBody>
      <dsp:txXfrm rot="0">
        <a:off x="7138012" y="792558"/>
        <a:ext cx="1934420" cy="1160652"/>
      </dsp:txXfrm>
    </dsp:sp>
    <dsp:sp modelId="{D76F8FAE-706A-4C96-BCEE-C5A56D8753B5}">
      <dsp:nvSpPr>
        <dsp:cNvPr id="1582953870" name=""/>
        <dsp:cNvSpPr/>
      </dsp:nvSpPr>
      <dsp:spPr bwMode="auto">
        <a:xfrm rot="0" flipH="0" flipV="0">
          <a:off x="1912174" y="2978453"/>
          <a:ext cx="422670" cy="0"/>
        </a:xfrm>
        <a:custGeom>
          <a:avLst/>
          <a:gdLst/>
          <a:ahLst/>
          <a:cxnLst/>
          <a:rect l="0" t="0" r="r" b="b"/>
          <a:pathLst>
            <a:path fill="norm" stroke="1" extrusionOk="0">
              <a:moveTo>
                <a:pt x="0" y="0"/>
              </a:moveTo>
              <a:lnTo>
                <a:pt x="244704" y="0"/>
              </a:lnTo>
              <a:lnTo>
                <a:pt x="244704" y="0"/>
              </a:lnTo>
              <a:lnTo>
                <a:pt x="422670" y="0"/>
              </a:lnTo>
            </a:path>
          </a:pathLst>
        </a:custGeom>
        <a:ln>
          <a:tailEnd type="arrow"/>
        </a:ln>
      </dsp:spPr>
      <dsp:style>
        <a:lnRef idx="1">
          <a:schemeClr val="accent1"/>
        </a:lnRef>
        <a:fillRef idx="0">
          <a:srgbClr val="000000"/>
        </a:fillRef>
        <a:effectRef idx="0">
          <a:srgbClr val="000000"/>
        </a:effectRef>
        <a:fontRef idx="minor"/>
      </dsp:style>
    </dsp:sp>
    <dsp:sp modelId="{D6413FEE-DC77-4CF9-B854-AB62448C8EA6}">
      <dsp:nvSpPr>
        <dsp:cNvPr id="0" name=""/>
        <dsp:cNvSpPr/>
      </dsp:nvSpPr>
      <dsp:spPr bwMode="auto">
        <a:xfrm rot="0" flipH="0" flipV="0">
          <a:off x="9517350" y="792558"/>
          <a:ext cx="1934420" cy="116065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Operational work happens in ManageView. </a:t>
          </a:r>
          <a:endParaRPr/>
        </a:p>
      </dsp:txBody>
      <dsp:txXfrm rot="0">
        <a:off x="9517350" y="792558"/>
        <a:ext cx="1934420" cy="1160652"/>
      </dsp:txXfrm>
    </dsp:sp>
    <dsp:sp modelId="{6E65DA9F-AC33-4D78-8A78-2B602DE9D232}">
      <dsp:nvSpPr>
        <dsp:cNvPr id="1582953871" name=""/>
        <dsp:cNvSpPr/>
      </dsp:nvSpPr>
      <dsp:spPr bwMode="auto">
        <a:xfrm rot="0" flipH="0" flipV="0">
          <a:off x="4291512" y="2978453"/>
          <a:ext cx="422670" cy="0"/>
        </a:xfrm>
        <a:custGeom>
          <a:avLst/>
          <a:gdLst/>
          <a:ahLst/>
          <a:cxnLst/>
          <a:rect l="0" t="0" r="r" b="b"/>
          <a:pathLst>
            <a:path fill="norm" stroke="1" extrusionOk="0">
              <a:moveTo>
                <a:pt x="0" y="0"/>
              </a:moveTo>
              <a:lnTo>
                <a:pt x="244704" y="0"/>
              </a:lnTo>
              <a:lnTo>
                <a:pt x="244704" y="0"/>
              </a:lnTo>
              <a:lnTo>
                <a:pt x="422670" y="0"/>
              </a:lnTo>
            </a:path>
          </a:pathLst>
        </a:custGeom>
        <a:ln>
          <a:tailEnd type="arrow"/>
        </a:ln>
      </dsp:spPr>
      <dsp:style>
        <a:lnRef idx="1">
          <a:schemeClr val="accent1"/>
        </a:lnRef>
        <a:fillRef idx="0">
          <a:srgbClr val="000000"/>
        </a:fillRef>
        <a:effectRef idx="0">
          <a:srgbClr val="000000"/>
        </a:effectRef>
        <a:fontRef idx="minor"/>
      </dsp:style>
    </dsp:sp>
    <dsp:sp modelId="{1D4A2831-8D0A-40FB-9276-4E33C56948D7}">
      <dsp:nvSpPr>
        <dsp:cNvPr id="0" name=""/>
        <dsp:cNvSpPr/>
      </dsp:nvSpPr>
      <dsp:spPr bwMode="auto">
        <a:xfrm rot="0" flipH="0" flipV="0">
          <a:off x="0" y="2398127"/>
          <a:ext cx="1934420" cy="116065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The user selects a channel (for example, main) in the UI and composes a STIX object via a form. When they click submit, the frontend posts {stixJson, id?, channel} to the backend while sending the session cookie. </a:t>
          </a:r>
          <a:endParaRPr/>
        </a:p>
      </dsp:txBody>
      <dsp:txXfrm rot="0">
        <a:off x="0" y="2398127"/>
        <a:ext cx="1934420" cy="1160652"/>
      </dsp:txXfrm>
    </dsp:sp>
    <dsp:sp modelId="{3252AD9F-1DE0-45E1-B22D-1668051ED749}">
      <dsp:nvSpPr>
        <dsp:cNvPr id="1582953872" name=""/>
        <dsp:cNvSpPr/>
      </dsp:nvSpPr>
      <dsp:spPr bwMode="auto">
        <a:xfrm rot="0" flipH="0" flipV="0">
          <a:off x="6670850" y="2978453"/>
          <a:ext cx="422670" cy="0"/>
        </a:xfrm>
        <a:custGeom>
          <a:avLst/>
          <a:gdLst/>
          <a:ahLst/>
          <a:cxnLst/>
          <a:rect l="0" t="0" r="r" b="b"/>
          <a:pathLst>
            <a:path fill="norm" stroke="1" extrusionOk="0">
              <a:moveTo>
                <a:pt x="0" y="0"/>
              </a:moveTo>
              <a:lnTo>
                <a:pt x="244704" y="0"/>
              </a:lnTo>
              <a:lnTo>
                <a:pt x="244704" y="0"/>
              </a:lnTo>
              <a:lnTo>
                <a:pt x="422670" y="0"/>
              </a:lnTo>
            </a:path>
          </a:pathLst>
        </a:custGeom>
        <a:ln>
          <a:tailEnd type="arrow"/>
        </a:ln>
      </dsp:spPr>
      <dsp:style>
        <a:lnRef idx="1">
          <a:schemeClr val="accent1"/>
        </a:lnRef>
        <a:fillRef idx="0">
          <a:srgbClr val="000000"/>
        </a:fillRef>
        <a:effectRef idx="0">
          <a:srgbClr val="000000"/>
        </a:effectRef>
        <a:fontRef idx="minor"/>
      </dsp:style>
    </dsp:sp>
    <dsp:sp modelId="{CD238B44-3DB3-43A3-965B-AE393D305001}">
      <dsp:nvSpPr>
        <dsp:cNvPr id="0" name=""/>
        <dsp:cNvSpPr/>
      </dsp:nvSpPr>
      <dsp:spPr bwMode="auto">
        <a:xfrm rot="0" flipH="0" flipV="0">
          <a:off x="2379337" y="2398127"/>
          <a:ext cx="1934420" cy="116065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The backend loads the session’s user identity, connects to Fabric via the Gateway, and sends the proposal to the peers for endorsement on the selected channel, then submits to the </a:t>
          </a:r>
          <a:r>
            <a:rPr lang="en-US" sz="800"/>
            <a:t>orderer</a:t>
          </a:r>
          <a:r>
            <a:rPr lang="en-US" sz="800"/>
            <a:t> for commit. Because the transaction is signed with the user’s certificate, the </a:t>
          </a:r>
          <a:r>
            <a:rPr lang="en-US" sz="800"/>
            <a:t>chaincode</a:t>
          </a:r>
          <a:r>
            <a:rPr lang="en-US" sz="800"/>
            <a:t> can read the role attribute embedded in that cert and enforce your policy (who can create, read, update, or delete). </a:t>
          </a:r>
          <a:endParaRPr/>
        </a:p>
      </dsp:txBody>
      <dsp:txXfrm rot="0">
        <a:off x="2379337" y="2398127"/>
        <a:ext cx="1934420" cy="1160652"/>
      </dsp:txXfrm>
    </dsp:sp>
    <dsp:sp modelId="{E75FA946-0E07-443F-89B2-722EC505A428}">
      <dsp:nvSpPr>
        <dsp:cNvPr id="1582953873" name=""/>
        <dsp:cNvSpPr/>
      </dsp:nvSpPr>
      <dsp:spPr bwMode="auto">
        <a:xfrm rot="0" flipH="0" flipV="0">
          <a:off x="9050187" y="2978453"/>
          <a:ext cx="422670" cy="0"/>
        </a:xfrm>
        <a:custGeom>
          <a:avLst/>
          <a:gdLst/>
          <a:ahLst/>
          <a:cxnLst/>
          <a:rect l="0" t="0" r="r" b="b"/>
          <a:pathLst>
            <a:path fill="norm" stroke="1" extrusionOk="0">
              <a:moveTo>
                <a:pt x="0" y="0"/>
              </a:moveTo>
              <a:lnTo>
                <a:pt x="244704" y="0"/>
              </a:lnTo>
              <a:lnTo>
                <a:pt x="244704" y="0"/>
              </a:lnTo>
              <a:lnTo>
                <a:pt x="422670" y="0"/>
              </a:lnTo>
            </a:path>
          </a:pathLst>
        </a:custGeom>
        <a:ln>
          <a:tailEnd type="arrow"/>
        </a:ln>
      </dsp:spPr>
      <dsp:style>
        <a:lnRef idx="1">
          <a:schemeClr val="accent1"/>
        </a:lnRef>
        <a:fillRef idx="0">
          <a:srgbClr val="000000"/>
        </a:fillRef>
        <a:effectRef idx="0">
          <a:srgbClr val="000000"/>
        </a:effectRef>
        <a:fontRef idx="minor"/>
      </dsp:style>
    </dsp:sp>
    <dsp:sp modelId="{05A4B538-BF75-42FF-81B1-821DD86720A4}">
      <dsp:nvSpPr>
        <dsp:cNvPr id="0" name=""/>
        <dsp:cNvSpPr/>
      </dsp:nvSpPr>
      <dsp:spPr bwMode="auto">
        <a:xfrm rot="0" flipH="0" flipV="0">
          <a:off x="4758675" y="2398127"/>
          <a:ext cx="1934420" cy="116065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Updates and deletes are additionally constrained by the creator’s MSP, ensuring only the originating organization can modify its CTI records.</a:t>
          </a:r>
          <a:endParaRPr/>
        </a:p>
      </dsp:txBody>
      <dsp:txXfrm rot="0">
        <a:off x="4758675" y="2398127"/>
        <a:ext cx="1934420" cy="1160652"/>
      </dsp:txXfrm>
    </dsp:sp>
    <dsp:sp modelId="{09AB04FF-4CB9-48F5-AEE3-85B475E4ADBB}">
      <dsp:nvSpPr>
        <dsp:cNvPr id="0" name=""/>
        <dsp:cNvSpPr/>
      </dsp:nvSpPr>
      <dsp:spPr bwMode="auto">
        <a:xfrm rot="0" flipH="0" flipV="0">
          <a:off x="7138012" y="2398127"/>
          <a:ext cx="1934420" cy="116065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Reads work similarly but use evaluate (query) instead of submit (invoke): the frontend asks for a list or a single CTI on a given channel; the backend evaluates the </a:t>
          </a:r>
          <a:r>
            <a:rPr lang="en-US" sz="800"/>
            <a:t>chaincode</a:t>
          </a:r>
          <a:r>
            <a:rPr lang="en-US" sz="800"/>
            <a:t> with the same user identity and returns results. </a:t>
          </a:r>
          <a:endParaRPr/>
        </a:p>
      </dsp:txBody>
      <dsp:txXfrm rot="0">
        <a:off x="7138012" y="2398127"/>
        <a:ext cx="1934420" cy="1160652"/>
      </dsp:txXfrm>
    </dsp:sp>
    <dsp:sp modelId="{E1492347-6814-490C-B2A6-8ABE6223C47E}">
      <dsp:nvSpPr>
        <dsp:cNvPr id="0" name=""/>
        <dsp:cNvSpPr/>
      </dsp:nvSpPr>
      <dsp:spPr bwMode="auto">
        <a:xfrm rot="0" flipH="0" flipV="0">
          <a:off x="9517350" y="2398127"/>
          <a:ext cx="1934420" cy="1160652"/>
        </a:xfrm>
        <a:prstGeom prst="rect">
          <a:avLst/>
        </a:prstGeom>
        <a:ln/>
      </dsp:spPr>
      <dsp:style>
        <a:lnRef idx="2">
          <a:schemeClr val="lt1"/>
        </a:lnRef>
        <a:fillRef idx="1">
          <a:schemeClr val="accent1"/>
        </a:fillRef>
        <a:effectRef idx="0">
          <a:srgbClr val="000000"/>
        </a:effectRef>
        <a:fontRef idx="minor">
          <a:schemeClr val="lt1"/>
        </a:fontRef>
      </dsp:style>
      <dsp:txBody>
        <a:bodyPr vertOverflow="overflow" horzOverflow="overflow" vert="horz" wrap="square" lIns="56896" tIns="56896" rIns="56896" bIns="56896" numCol="1" spcCol="0" rtlCol="0" fromWordArt="0" anchor="ctr" anchorCtr="0" forceAA="0" upright="0" compatLnSpc="0"/>
        <a:p>
          <a:pPr marL="0" indent="0" algn="ctr">
            <a:lnSpc>
              <a:spcPct val="90000"/>
            </a:lnSpc>
            <a:spcAft>
              <a:spcPts val="335"/>
            </a:spcAft>
            <a:defRPr/>
          </a:pPr>
          <a:r>
            <a:rPr lang="en-US" sz="800"/>
            <a:t>Throughout, the private key exists only in the browser and inside the server’s temporary session memory; it is never written to disk or stored persistently. Each organization runs its own copy of this stack (frontend, backend, database) pointing at its own CA and peers, but all participate on the same Fabric network as defined by your connection profile and channel choices in the UI.</a:t>
          </a:r>
          <a:endParaRPr/>
        </a:p>
      </dsp:txBody>
      <dsp:txXfrm rot="0">
        <a:off x="9517350" y="2398127"/>
        <a:ext cx="1934420" cy="1160652"/>
      </dsp:txXfrm>
    </dsp:sp>
  </dsp:spTree>
</dsp:drawing>
</file>

<file path=ppt/diagrams/layout1.xml><?xml version="1.0" encoding="utf-8"?>
<dgm:layoutDef xmlns:dgm="http://schemas.openxmlformats.org/drawingml/2006/diagram" xmlns:a="http://schemas.openxmlformats.org/drawingml/2006/main" xmlns:r="http://schemas.openxmlformats.org/officeDocument/2006/relationships"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type="node">
          <dgm:prSet phldr="1"/>
        </dgm:pt>
        <dgm:pt modelId="11" type="node">
          <dgm:prSet phldr="1"/>
        </dgm:pt>
        <dgm:pt modelId="20" type="node">
          <dgm:prSet phldr="1"/>
        </dgm:pt>
        <dgm:pt modelId="21" type="node">
          <dgm:prSet phldr="1"/>
        </dgm:pt>
        <dgm:pt modelId="30" type="node">
          <dgm:prSet phldr="1"/>
        </dgm:pt>
        <dgm:pt modelId="31" type="node">
          <dgm:prSet phldr="1"/>
        </dgm:pt>
      </dgm:ptLst>
      <dgm:cxnLst>
        <dgm:cxn modelId="40" type="parOf" srcId="0" destId="10" srcOrd="0" destOrd="0"/>
        <dgm:cxn modelId="12" type="parOf" srcId="10" destId="11" srcOrd="0" destOrd="0"/>
        <dgm:cxn modelId="50" type="parOf" srcId="0" destId="20" srcOrd="1" destOrd="0"/>
        <dgm:cxn modelId="22" type="parOf" srcId="20" destId="21" srcOrd="0" destOrd="0"/>
        <dgm:cxn modelId="60" type="parOf" srcId="0" destId="30" srcOrd="1" destOrd="0"/>
        <dgm:cxn modelId="32" type="parOf" srcId="30" destId="31" srcOrd="0" destOrd="0"/>
      </dgm:cxnLst>
      <dgm:bg/>
      <dgm:whole/>
    </dgm:dataModel>
  </dgm:sampData>
  <dgm:styleData>
    <dgm:dataModel>
      <dgm:ptLst>
        <dgm:pt modelId="0" type="doc"/>
        <dgm:pt modelId="10" type="node">
          <dgm:prSet phldr="1"/>
        </dgm:pt>
        <dgm:pt modelId="20" type="node">
          <dgm:prSet phldr="1"/>
        </dgm:pt>
      </dgm:ptLst>
      <dgm:cxnLst>
        <dgm:cxn modelId="60" type="parOf" srcId="0" destId="10" srcOrd="0" destOrd="0"/>
        <dgm:cxn modelId="70" type="parOf" srcId="0" destId="20" srcOrd="1" destOrd="0"/>
      </dgm:cxnLst>
      <dgm:bg/>
      <dgm:whole/>
    </dgm:dataModel>
  </dgm:styleData>
  <dgm:clrData>
    <dgm:dataModel>
      <dgm:ptLst>
        <dgm:pt modelId="0" type="doc"/>
        <dgm:pt modelId="10" type="node">
          <dgm:prSet phldr="1"/>
        </dgm:pt>
        <dgm:pt modelId="20" type="node">
          <dgm:prSet phldr="1"/>
        </dgm:pt>
        <dgm:pt modelId="30" type="node">
          <dgm:prSet phldr="1"/>
        </dgm:pt>
        <dgm:pt modelId="40" type="node">
          <dgm:prSet phldr="1"/>
        </dgm:pt>
      </dgm:ptLst>
      <dgm:cxnLst>
        <dgm:cxn modelId="60" type="parOf" srcId="0" destId="10" srcOrd="0" destOrd="0"/>
        <dgm:cxn modelId="70" type="parOf" srcId="0" destId="20" srcOrd="1" destOrd="0"/>
        <dgm:cxn modelId="80" type="parOf" srcId="0" destId="30" srcOrd="2" destOrd="0"/>
        <dgm:cxn modelId="90" type="parOf" srcId="0" destId="40" srcOrd="3" destOrd="0"/>
      </dgm:cxnLst>
      <dgm:bg/>
      <dgm:whole/>
    </dgm:dataModel>
  </dgm:clrData>
  <dgm:layoutNode name="root">
    <dgm:alg type="composite"/>
    <dgm:shape rot="0.000000" type="none" r:blip="" blipPhldr="0" lkTxEntry="0" zOrderOff="0" hideGeom="0">
      <dgm:adjLst/>
    </dgm:shape>
    <dgm:constrLst>
      <dgm:constr type="w" for="ch" forName="divider" ptType="all" refPtType="all" refType="w" refFor="self" op="none" fact="1.000000" val="0"/>
      <dgm:constr type="h" for="ch" forName="divider" ptType="all" refPtType="all" refType="h" refFor="self" op="none" fact="0.040000" val="0"/>
      <dgm:constr type="ctrY" for="ch" forName="divider" ptType="all" refPtType="all" refType="h" refFor="self" op="none" fact="0.500000" val="0"/>
      <dgm:constr type="l" for="ch" forName="divider" ptType="all" refPtType="all" refType="none" refFor="self" op="none" fact="1.000000" val="0"/>
      <dgm:constr type="w" for="ch" forName="nodes" ptType="all" refPtType="all" refType="w" refFor="self" op="none" fact="1.000000" val="0"/>
      <dgm:constr type="h" for="ch" forName="nodes" ptType="all" refPtType="all" refType="h" refFor="self" op="none" fact="1.000000" val="0"/>
    </dgm:constrLst>
    <dgm:varLst>
      <dgm:chMax val="0"/>
      <dgm:chPref val="0"/>
      <dgm:animLvl val="lvl"/>
    </dgm:varLst>
    <dgm:layoutNode name="divider" styleLbl="node1">
      <dgm:alg type="sp"/>
      <dgm:shape rot="0.000000" type="rect" r:blip="" blipPhldr="0" lkTxEntry="0" zOrderOff="2" hideGeom="0">
        <dgm:adjLst/>
      </dgm:shape>
      <dgm:presOf/>
      <dgm:constrLst/>
      <dgm:ruleLst/>
    </dgm:layoutNode>
    <dgm:layoutNode name="nodes">
      <dgm:shape rot="0.000000" type="none" r:blip="" blipPhldr="0" lkTxEntry="0" zOrderOff="0" hideGeom="0">
        <dgm:adjLst/>
      </dgm:shape>
      <dgm:varLst>
        <dgm:chMax val="0"/>
        <dgm:chPref val="0"/>
        <dgm:animLvl val="lvl"/>
      </dgm:varLst>
      <dgm:choose name="Name1">
        <dgm:if name="Name2" func="var" arg="dir" op="equ" val="norm">
          <dgm:alg type="lin"/>
        </dgm:if>
        <dgm:else name="Name3">
          <dgm:alg type="lin">
            <dgm:param type="linDir" val="fromR"/>
          </dgm:alg>
        </dgm:else>
      </dgm:choose>
      <dgm:choose name="constrBasedOnChildrenCount">
        <dgm:if name="constrForTwoChildren" axis="ch" ptType="node" func="cnt" arg="none" op="lte" val="2">
          <dgm:constrLst>
            <dgm:constr type="primFontSz" for="des" forName="L1TextContainer" ptType="all" refPtType="all" refType="none" refFor="self" op="none" fact="1.000000" val="20"/>
            <dgm:constr type="primFontSz" for="des" forName="L2TextContainer" ptType="all" refPtType="all" refType="primFontSz" refFor="des" refForName="L1TextContainer" op="equ" fact="0.750000" val="0"/>
            <dgm:constr type="w" for="ch" forName="composite" ptType="all" refPtType="all" refType="w" refFor="self" op="none" fact="1.000000" val="0"/>
            <dgm:constr type="h" for="ch" forName="composite" ptType="all" refPtType="all" refType="h" refFor="self" op="none" fact="1.000000" val="0"/>
            <dgm:constr type="w" for="ch" forName="spaceBetweenRectangles" ptType="all" refPtType="all" refType="w" refFor="ch" refForName="composite" op="none" fact="0.000000" val="0"/>
            <dgm:constr type="w" for="ch" ptType="sibTrans" refPtType="all" refType="none" refFor="self" op="equ" fact="1.000000" val="0"/>
            <dgm:constr type="primFontSz" for="des" forName="L1TextContainer" ptType="all" refPtType="all" refType="none" refFor="self" op="equ" fact="1.000000" val="0"/>
            <dgm:constr type="primFontSz" for="des" forName="L2TextContainer" ptType="all" refPtType="all" refType="none" refFor="self" op="equ" fact="1.000000" val="0"/>
          </dgm:constrLst>
        </dgm:if>
        <dgm:else name="constrForRest">
          <dgm:constrLst>
            <dgm:constr type="primFontSz" for="des" forName="L1TextContainer" ptType="all" refPtType="all" refType="none" refFor="self" op="none" fact="1.000000" val="20"/>
            <dgm:constr type="primFontSz" for="des" forName="L2TextContainer" ptType="all" refPtType="all" refType="primFontSz" refFor="des" refForName="L1TextContainer" op="equ" fact="0.750000" val="0"/>
            <dgm:constr type="w" for="ch" forName="composite" ptType="all" refPtType="all" refType="w" refFor="self" op="none" fact="1.000000" val="0"/>
            <dgm:constr type="h" for="ch" forName="composite" ptType="all" refPtType="all" refType="h" refFor="self" op="none" fact="1.000000" val="0"/>
            <dgm:constr type="w" for="ch" forName="spaceBetweenRectangles" ptType="all" refPtType="all" refType="w" refFor="ch" refForName="composite" op="none" fact="-0.500000" val="0"/>
            <dgm:constr type="w" for="ch" ptType="sibTrans" refPtType="all" refType="none" refFor="self" op="equ" fact="1.000000" val="0"/>
            <dgm:constr type="primFontSz" for="des" forName="L1TextContainer" ptType="all" refPtType="all" refType="none" refFor="self" op="equ" fact="1.000000" val="0"/>
            <dgm:constr type="primFontSz" for="des" forName="L2TextContainer" ptType="all" refPtType="all" refType="none" refFor="self" op="equ" fact="1.000000" val="0"/>
          </dgm:constrLst>
        </dgm:else>
      </dgm:choose>
      <dgm:forEach name="nodesForEach" axis="ch" ptType="node">
        <dgm:layoutNode name="composite">
          <dgm:alg type="composite"/>
          <dgm:shape rot="0.000000" type="none" r:blip="" blipPhldr="0" lkTxEntry="0" zOrderOff="0" hideGeom="0">
            <dgm:adjLst/>
          </dgm:shape>
          <dgm:choose name="CaseForPlacingNodesAboveAndBelowDivider">
            <dgm:if name="CaseForPlacingNodeAboveDivider" axis="self" ptType="node" func="posOdd" arg="none" op="equ" val="1">
              <dgm:constrLst>
                <dgm:constr type="w" for="ch" forName="L1TextContainer" ptType="all" refPtType="all" refType="w" refFor="self" op="none" fact="0.800000" val="0"/>
                <dgm:constr type="l" for="ch" forName="L1TextContainer" ptType="all" refPtType="all" refType="w" refFor="self" op="none" fact="0.100000" val="0"/>
                <dgm:constr type="t" for="ch" forName="L1TextContainer" ptType="all" refPtType="all" refType="h" refFor="self" op="none" fact="0.537000" val="0"/>
                <dgm:constr type="h" for="ch" forName="L1TextContainer" ptType="all" refPtType="all" refType="h" refFor="self" op="none" fact="0.113000" val="0"/>
                <dgm:constr type="w" for="ch" forName="L2TextContainerWrapper" ptType="all" refPtType="all" refType="w" refFor="self" op="none" fact="0.880000" val="0"/>
                <dgm:constr type="h" for="ch" forName="L2TextContainerWrapper" ptType="all" refPtType="all" refType="h" refFor="self" op="none" fact="0.310000" val="0"/>
                <dgm:constr type="b" for="ch" forName="L2TextContainerWrapper" ptType="all" refPtType="all" refType="h" refFor="self" op="none" fact="0.310000" val="0"/>
                <dgm:constr type="l" for="ch" forName="L2TextContainerWrapper" ptType="all" refPtType="all" refType="w" refFor="self" op="none" fact="0.060000" val="0"/>
                <dgm:constr type="w" for="ch" forName="ConnectLine" ptType="all" refPtType="all" refType="none" refFor="self" op="none" fact="1.000000" val="0"/>
                <dgm:constr type="l" for="ch" forName="ConnectLine" ptType="all" refPtType="all" refType="w" refFor="self" op="none" fact="0.500000" val="0"/>
                <dgm:constr type="h" for="ch" forName="ConnectLine" ptType="all" refPtType="all" refType="h" refFor="self" op="none" fact="0.170000" val="0"/>
                <dgm:constr type="t" for="ch" forName="ConnectLine" ptType="all" refPtType="all" refType="h" refFor="self" op="none" fact="0.310000" val="0"/>
                <dgm:constr type="w" for="ch" forName="ConnectorPoint" ptType="all" refPtType="all" refType="h" refFor="self" op="none" fact="0.025000" val="0"/>
                <dgm:constr type="h" for="ch" forName="ConnectorPoint" ptType="all" refPtType="all" refType="h" refFor="self" op="none" fact="0.025000" val="0"/>
                <dgm:constr type="ctrX" for="ch" forName="ConnectorPoint" ptType="all" refPtType="all" refType="w" refFor="self" op="none" fact="0.500000" val="0"/>
                <dgm:constr type="ctrY" for="ch" forName="ConnectorPoint" ptType="all" refPtType="all" refType="h" refFor="self" op="none" fact="0.500000" val="0"/>
                <dgm:constr type="w" for="ch" forName="EmptyPlaceHolder" ptType="all" refPtType="all" refType="w" refFor="self" op="none" fact="1.000000" val="0"/>
                <dgm:constr type="t" for="ch" forName="EmptyPlaceHolder" ptType="all" refPtType="all" refType="h" refFor="self" op="none" fact="0.650000" val="0"/>
                <dgm:constr type="h" for="ch" forName="EmptyPlaceHolder" ptType="all" refPtType="all" refType="h" refFor="self" op="none" fact="0.350000" val="0"/>
              </dgm:constrLst>
            </dgm:if>
            <dgm:else name="CaseForPlacingNodeBelowDivider">
              <dgm:constrLst>
                <dgm:constr type="w" for="ch" forName="L1TextContainer" ptType="all" refPtType="all" refType="w" refFor="self" op="none" fact="0.800000" val="0"/>
                <dgm:constr type="l" for="ch" forName="L1TextContainer" ptType="all" refPtType="all" refType="w" refFor="self" op="none" fact="0.100000" val="0"/>
                <dgm:constr type="t" for="ch" forName="L1TextContainer" ptType="all" refPtType="all" refType="h" refFor="self" op="none" fact="0.350000" val="0"/>
                <dgm:constr type="h" for="ch" forName="L1TextContainer" ptType="all" refPtType="all" refType="h" refFor="self" op="none" fact="0.113000" val="0"/>
                <dgm:constr type="w" for="ch" forName="L2TextContainerWrapper" ptType="all" refPtType="all" refType="w" refFor="self" op="none" fact="0.880000" val="0"/>
                <dgm:constr type="h" for="ch" forName="L2TextContainerWrapper" ptType="all" refPtType="all" refType="h" refFor="self" op="none" fact="0.310000" val="0"/>
                <dgm:constr type="t" for="ch" forName="L2TextContainerWrapper" ptType="all" refPtType="all" refType="h" refFor="self" op="none" fact="0.690000" val="0"/>
                <dgm:constr type="l" for="ch" forName="L2TextContainerWrapper" ptType="all" refPtType="all" refType="w" refFor="self" op="none" fact="0.060000" val="0"/>
                <dgm:constr type="w" for="ch" forName="ConnectLine" ptType="all" refPtType="all" refType="none" refFor="self" op="none" fact="1.000000" val="0"/>
                <dgm:constr type="l" for="ch" forName="ConnectLine" ptType="all" refPtType="all" refType="w" refFor="self" op="none" fact="0.500000" val="0"/>
                <dgm:constr type="h" for="ch" forName="ConnectLine" ptType="all" refPtType="all" refType="h" refFor="self" op="none" fact="0.170000" val="0"/>
                <dgm:constr type="t" for="ch" forName="ConnectLine" ptType="all" refPtType="all" refType="h" refFor="self" op="none" fact="0.520000" val="0"/>
                <dgm:constr type="w" for="ch" forName="ConnectorPoint" ptType="all" refPtType="all" refType="h" refFor="self" op="none" fact="0.025000" val="0"/>
                <dgm:constr type="h" for="ch" forName="ConnectorPoint" ptType="all" refPtType="all" refType="h" refFor="self" op="none" fact="0.025000" val="0"/>
                <dgm:constr type="ctrX" for="ch" forName="ConnectorPoint" ptType="all" refPtType="all" refType="w" refFor="self" op="none" fact="0.500000" val="0"/>
                <dgm:constr type="ctrY" for="ch" forName="ConnectorPoint" ptType="all" refPtType="all" refType="h" refFor="self" op="none" fact="0.500000" val="0"/>
                <dgm:constr type="w" for="ch" forName="EmptyPlaceHolder" ptType="all" refPtType="all" refType="w" refFor="self" op="none" fact="1.000000" val="0"/>
                <dgm:constr type="h" for="ch" forName="EmptyPlaceHolder" ptType="all" refPtType="all" refType="h" refFor="self" op="none" fact="0.350000" val="0"/>
                <dgm:constr type="t" for="ch" forName="EmptyPlaceHolder" ptType="all" refPtType="all" refType="h" refFor="self" op="none" fact="0.000000" val="0"/>
              </dgm:constrLst>
            </dgm:else>
          </dgm:choose>
          <dgm:layoutNode name="L1TextContainer" styleLbl="revTx">
            <dgm:shape rot="0.000000" type="rect" r:blip="" blipPhldr="0" lkTxEntry="0" zOrderOff="0" hideGeom="0">
              <dgm:adjLst/>
            </dgm:shape>
            <dgm:presOf axis="self"/>
            <dgm:constrLst>
              <dgm:constr type="lMarg" for="self" ptType="all" refPtType="all" refType="none" refFor="self" op="none" fact="1.000000" val="0"/>
              <dgm:constr type="rMarg" for="self" ptType="all" refPtType="all" refType="none" refFor="self" op="none" fact="1.000000" val="0"/>
              <dgm:constr type="tMarg" for="self" ptType="all" refPtType="all" refType="none" refFor="self" op="none" fact="1.000000" val="0"/>
              <dgm:constr type="bMarg" for="self" ptType="all" refPtType="all" refType="none" refFor="self" op="none" fact="1.000000" val="0"/>
            </dgm:constrLst>
            <dgm:ruleLst>
              <dgm:rule type="primFontSz" for="self" ptType="all" val="14" fact="NaN" max="NaN"/>
            </dgm:ruleLst>
            <dgm:varLst>
              <dgm:chMax val="1"/>
              <dgm:chPref val="1"/>
              <dgm:bulletEnabled val="1"/>
            </dgm:varLst>
            <dgm:choose name="casesForTxtDirLogic">
              <dgm:if name="Name78" axis="self" ptType="node" func="posOdd" arg="none"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layoutNode>
          <dgm:layoutNode name="L2TextContainerWrapper" styleLbl="bgAccFollowNode1">
            <dgm:alg type="composite"/>
            <dgm:varLst>
              <dgm:chMax val="0"/>
              <dgm:chPref val="0"/>
              <dgm:bulletEnabled val="1"/>
            </dgm:varLst>
            <dgm:choose name="L2TextContainerConstr">
              <dgm:if name="CaseForPlacingL2TextContaineAboveDivider" axis="self" ptType="node" func="posOdd" arg="none" op="equ" val="1">
                <dgm:constrLst>
                  <dgm:constr type="h" for="ch" forName="L2TextContainer" ptType="all" refPtType="all" refType="h" refFor="self" op="none" fact="0.450000" val="0"/>
                  <dgm:constr type="b" for="ch" forName="L2TextContainer" ptType="all" refPtType="all" refType="h" refFor="self" op="none" fact="1.000000" val="0"/>
                  <dgm:constr type="h" for="ch" forName="FlexibleEmptyPlaceHolder" ptType="all" refPtType="all" refType="h" refFor="self" op="none" fact="0.550000" val="0"/>
                </dgm:constrLst>
              </dgm:if>
              <dgm:else name="CaseForPlacingL2TextContaineBelowDivider">
                <dgm:constrLst>
                  <dgm:constr type="h" for="ch" forName="L2TextContainer" ptType="all" refPtType="all" refType="h" refFor="self" op="none" fact="0.450000" val="0"/>
                  <dgm:constr type="h" for="ch" forName="FlexibleEmptyPlaceHolder" ptType="all" refPtType="all" refType="h" refFor="self" op="none" fact="0.550000" val="0"/>
                  <dgm:constr type="b" for="ch" forName="FlexibleEmptyPlaceHolder" ptType="all" refPtType="all" refType="h" refFor="self" op="none" fact="1.000000" val="0"/>
                </dgm:constrLst>
              </dgm:else>
            </dgm:choose>
            <dgm:layoutNode name="L2TextContainer" styleLbl="bgAccFollowNode1">
              <dgm:shape rot="0.000000" type="rect" r:blip="" blipPhldr="0" lkTxEntry="0" zOrderOff="0" hideGeom="0">
                <dgm:adjLst/>
              </dgm:shape>
              <dgm:presOf axis="des" ptType="node"/>
              <dgm:constrLst>
                <dgm:constr type="lMarg" for="self" ptType="all" refPtType="all" refType="primFontSz" refFor="self" op="none" fact="0.750000" val="0"/>
                <dgm:constr type="rMarg" for="self" ptType="all" refPtType="all" refType="primFontSz" refFor="self" op="none" fact="0.750000" val="0"/>
                <dgm:constr type="tMarg" for="self" ptType="all" refPtType="all" refType="primFontSz" refFor="self" op="none" fact="0.750000" val="0"/>
                <dgm:constr type="bMarg" for="self" ptType="all" refPtType="all" refType="primFontSz" refFor="self" op="none" fact="0.750000" val="0"/>
              </dgm:constrLst>
              <dgm:ruleLst>
                <dgm:rule type="h" for="self" ptType="all" val="INF" fact="NaN" max="NaN"/>
                <dgm:rule type="primFontSz" for="self" ptType="all" val="11" fact="NaN" max="NaN"/>
                <dgm:rule type="secFontSz" for="self" ptType="all" val="9" fact="NaN" max="NaN"/>
              </dgm:ruleLst>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layoutNode>
            <dgm:layoutNode name="FlexibleEmptyPlaceHolder">
              <dgm:alg type="sp"/>
              <dgm:shape rot="0.000000" type="none" r:blip="" blipPhldr="0" lkTxEntry="0" zOrderOff="0" hideGeom="0">
                <dgm:adjLst/>
              </dgm:shape>
              <dgm:presOf/>
              <dgm:constrLst/>
            </dgm:layoutNode>
          </dgm:layoutNode>
          <dgm:layoutNode name="ConnectLine" styleLbl="alignNode1" moveWith="L2TextContainer">
            <dgm:alg type="sp"/>
            <dgm:shape rot="0.000000" type="line" r:blip="" blipPhldr="0" lkTxEntry="0" zOrderOff="-1" hideGeom="0">
              <dgm:adjLst/>
            </dgm:shape>
            <dgm:presOf/>
            <dgm:constrLst/>
          </dgm:layoutNode>
          <dgm:layoutNode name="ConnectorPoint" styleLbl="fgAcc1" moveWith="L2TextContainer">
            <dgm:alg type="sp"/>
            <dgm:shape rot="0.000000" type="ellipse" r:blip="" blipPhldr="0" lkTxEntry="0" zOrderOff="10" hideGeom="0">
              <dgm:adjLst/>
            </dgm:shape>
            <dgm:presOf/>
            <dgm:constrLst/>
          </dgm:layoutNode>
          <dgm:layoutNode name="EmptyPlaceHolder">
            <dgm:alg type="sp"/>
            <dgm:shape rot="0.000000" type="none" r:blip="" blipPhldr="0" lkTxEntry="0" zOrderOff="0" hideGeom="0">
              <dgm:adjLst/>
            </dgm:shape>
            <dgm:presOf/>
            <dgm:constrLst/>
          </dgm:layoutNode>
        </dgm:layoutNode>
        <dgm:forEach name="Name28" axis="followSib" ptType="sibTrans" cnt="1">
          <dgm:layoutNode name="spaceBetweenRectangles">
            <dgm:alg type="sp"/>
            <dgm:shape rot="0.000000" type="none" r:blip="" blipPhldr="0" lkTxEntry="0" zOrderOff="0" hideGeom="0">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xmlns:r="http://schemas.openxmlformats.org/officeDocument/2006/relationships" uniqueId="urn:microsoft.com/office/officeart/2005/8/layout/bProcess3">
  <dgm:title val=""/>
  <dgm:desc val=""/>
  <dgm:catLst>
    <dgm:cat type="process" pri="18000"/>
  </dgm:catLst>
  <dgm:sampData>
    <dgm:dataModel>
      <dgm:ptLst>
        <dgm:pt modelId="0" type="doc"/>
        <dgm:pt modelId="1" type="node">
          <dgm:prSet phldr="1"/>
        </dgm:pt>
        <dgm:pt modelId="2" type="node">
          <dgm:prSet phldr="1"/>
        </dgm:pt>
        <dgm:pt modelId="3" type="node">
          <dgm:prSet phldr="1"/>
        </dgm:pt>
        <dgm:pt modelId="4" type="node">
          <dgm:prSet phldr="1"/>
        </dgm:pt>
        <dgm:pt modelId="5" type="node">
          <dgm:prSet phldr="1"/>
        </dgm:pt>
      </dgm:ptLst>
      <dgm:cxnLst>
        <dgm:cxn modelId="7" type="parOf" srcId="0" destId="1" srcOrd="0" destOrd="0"/>
        <dgm:cxn modelId="8" type="parOf" srcId="0" destId="2" srcOrd="1" destOrd="0"/>
        <dgm:cxn modelId="9" type="parOf" srcId="0" destId="3" srcOrd="2" destOrd="0"/>
        <dgm:cxn modelId="10" type="parOf" srcId="0" destId="4" srcOrd="3" destOrd="0"/>
        <dgm:cxn modelId="11" type="parOf" srcId="0" destId="5" srcOrd="4" destOrd="0"/>
      </dgm:cxnLst>
      <dgm:bg/>
      <dgm:whole/>
    </dgm:dataModel>
  </dgm:sampData>
  <dgm:styleData>
    <dgm:dataModel>
      <dgm:ptLst>
        <dgm:pt modelId="0" type="doc"/>
        <dgm:pt modelId="1" type="node"/>
        <dgm:pt modelId="2" type="node"/>
      </dgm:ptLst>
      <dgm:cxnLst>
        <dgm:cxn modelId="3" type="parOf" srcId="0" destId="1" srcOrd="0" destOrd="0"/>
        <dgm:cxn modelId="4" type="parOf" srcId="0" destId="2" srcOrd="1" destOrd="0"/>
      </dgm:cxnLst>
      <dgm:bg/>
      <dgm:whole/>
    </dgm:dataModel>
  </dgm:styleData>
  <dgm:clrData>
    <dgm:dataModel>
      <dgm:ptLst>
        <dgm:pt modelId="0" type="doc"/>
        <dgm:pt modelId="1" type="node"/>
        <dgm:pt modelId="2" type="node"/>
        <dgm:pt modelId="3" type="node"/>
        <dgm:pt modelId="4" type="node"/>
      </dgm:ptLst>
      <dgm:cxnLst>
        <dgm:cxn modelId="5" type="parOf" srcId="0" destId="1" srcOrd="0" destOrd="0"/>
        <dgm:cxn modelId="6" type="parOf" srcId="0" destId="2" srcOrd="1" destOrd="0"/>
        <dgm:cxn modelId="7" type="parOf" srcId="0" destId="3" srcOrd="2" destOrd="0"/>
        <dgm:cxn modelId="8" type="parOf" srcId="0" destId="4" srcOrd="3" destOrd="0"/>
      </dgm:cxnLst>
      <dgm:bg/>
      <dgm:whole/>
    </dgm:dataModel>
  </dgm:clrData>
  <dgm:layoutNode name="Name0">
    <dgm:shape rot="0.000000" type="none" r:blip="" blipPhldr="0" lkTxEntry="0" zOrderOff="0" hideGeom="0">
      <dgm:adjLst/>
    </dgm:shape>
    <dgm:presOf/>
    <dgm:constrLst>
      <dgm:constr type="w" for="ch" ptType="node" refPtType="all" refType="w" refFor="self" op="none" fact="1.000000" val="0"/>
      <dgm:constr type="w" for="ch" forName="sibTrans" ptType="all" refPtType="node" refType="w" refFor="ch" op="equ" fact="0.230000" val="0"/>
      <dgm:constr type="sp" for="self" ptType="all" refPtType="all" refType="w" refFor="ch" refForName="sibTrans" op="equ" fact="1.000000" val="0"/>
      <dgm:constr type="userB" for="des" forName="connectorText" ptType="all" refPtType="all" refType="sp" refFor="self" op="none" fact="1.000000" val="0"/>
      <dgm:constr type="primFontSz" for="ch" ptType="node" refPtType="all" refType="none" refFor="self" op="equ" fact="1.000000" val="65"/>
      <dgm:constr type="h" for="ch" ptType="sibTrans" refPtType="all" refType="none" refFor="self" op="equ" fact="1.000000" val="0"/>
      <dgm:constr type="primFontSz" for="des" forName="connectorText" ptType="all" refPtType="all" refType="none" refFor="self" op="equ" fact="1.000000" val="55"/>
      <dgm:constr type="primFontSz" for="des" forName="connectorText" ptType="all" refPtType="node" refType="primFontSz" refFor="ch" op="lte" fact="0.800000" val="0"/>
    </dgm:constrLst>
    <dgm:ruleLst/>
    <dgm:varLst>
      <dgm:dir val="norm"/>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forEach name="nodesForEach" axis="ch" ptType="node">
      <dgm:layoutNode name="node">
        <dgm:alg type="tx"/>
        <dgm:shape rot="0.000000" type="rect" r:blip="" blipPhldr="0" lkTxEntry="0" zOrderOff="0" hideGeom="0">
          <dgm:adjLst/>
        </dgm:shape>
        <dgm:presOf axis="desOrSelf" ptType="node"/>
        <dgm:constrLst>
          <dgm:constr type="h" for="self" ptType="all" refPtType="all" refType="w" refFor="self" op="none" fact="0.600000" val="0"/>
        </dgm:constrLst>
        <dgm:ruleLst>
          <dgm:rule type="primFontSz" for="self" ptType="all" val="5" fact="NaN" max="NaN"/>
        </dgm:ruleLst>
        <dgm:varLst>
          <dgm:bulletEnabled val="1"/>
        </dgm:varLst>
      </dgm:layoutNode>
      <dgm:forEach name="sibTransForEach" axis="followSib" ptType="sibTrans" cnt="1">
        <dgm:layoutNode name="sibTrans">
          <dgm:shape rot="0.000000" type="conn" r:blip="" blipPhldr="0" lkTxEntry="0" zOrderOff="-2" hideGeom="0">
            <dgm:adjLst/>
          </dgm:shape>
          <dgm:presOf axis="self"/>
          <dgm:constrLst>
            <dgm:constr type="begPad" for="self" ptType="all" refPtType="all" refType="none" refFor="self" op="none" fact="1.000000" val="-0.050000000000000003"/>
            <dgm:constr type="endPad" for="self" ptType="all" refPtType="all" refType="none" refFor="self" op="none" fact="1.000000" val="0.90000000000000002"/>
            <dgm:constr type="userA" for="ch" ptType="all" refPtType="all" refType="connDist" refFor="self" op="none" fact="1.000000" val="0"/>
          </dgm:constrLst>
          <dgm:ruleLst/>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layoutNode name="connectorText">
            <dgm:alg type="tx">
              <dgm:param type="autoTxRot" val="upr"/>
            </dgm:alg>
            <dgm:shape rot="0.000000" type="rect" r:blip="" blipPhldr="0" lkTxEntry="0" zOrderOff="0" hideGeom="1">
              <dgm:adjLst/>
            </dgm:shape>
            <dgm:presOf axis="self"/>
            <dgm:constrLst>
              <dgm:constr type="userA" for="self" ptType="all" refPtType="all" refType="none" refFor="self" op="none" fact="1.000000" val="0"/>
              <dgm:constr type="userB" for="self" ptType="all" refPtType="all" refType="none" refFor="self" op="none" fact="1.000000" val="0"/>
              <dgm:constr type="w" for="self" ptType="all" refPtType="all" refType="userA" refFor="self" op="none" fact="0.050000" val="0"/>
              <dgm:constr type="h" for="self" ptType="all" refPtType="all" refType="userB" refFor="self" op="none" fact="0.010000" val="0"/>
              <dgm:constr type="lMarg" for="self" ptType="all" refPtType="all" refType="none" refFor="self" op="none" fact="1.000000" val="1"/>
              <dgm:constr type="rMarg" for="self" ptType="all" refPtType="all" refType="none" refFor="self" op="none" fact="1.000000" val="1"/>
              <dgm:constr type="tMarg" for="self" ptType="all" refPtType="all" refType="none" refFor="self" op="none" fact="1.000000" val="0"/>
              <dgm:constr type="bMarg" for="self" ptType="all" refPtType="all" refType="none" refFor="self" op="none" fact="1.000000" val="0"/>
            </dgm:constrLst>
            <dgm:ruleLst>
              <dgm:rule type="w" for="self" ptType="all" val="NaN" fact="0.59999999999999998" max="NaN"/>
              <dgm:rule type="h" for="self" ptType="all" val="NaN" fact="0.59999999999999998" max="NaN"/>
              <dgm:rule type="primFontSz" for="self" ptType="all"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xmlns:r="http://schemas.openxmlformats.org/officeDocument/2006/relationships" uniqueId="urn:microsoft.com/office/officeart/2005/8/layout/bProcess3">
  <dgm:title val=""/>
  <dgm:desc val=""/>
  <dgm:catLst>
    <dgm:cat type="process" pri="18000"/>
  </dgm:catLst>
  <dgm:sampData>
    <dgm:dataModel>
      <dgm:ptLst>
        <dgm:pt modelId="0" type="doc"/>
        <dgm:pt modelId="1" type="node">
          <dgm:prSet phldr="1"/>
        </dgm:pt>
        <dgm:pt modelId="2" type="node">
          <dgm:prSet phldr="1"/>
        </dgm:pt>
        <dgm:pt modelId="3" type="node">
          <dgm:prSet phldr="1"/>
        </dgm:pt>
        <dgm:pt modelId="4" type="node">
          <dgm:prSet phldr="1"/>
        </dgm:pt>
        <dgm:pt modelId="5" type="node">
          <dgm:prSet phldr="1"/>
        </dgm:pt>
      </dgm:ptLst>
      <dgm:cxnLst>
        <dgm:cxn modelId="7" type="parOf" srcId="0" destId="1" srcOrd="0" destOrd="0"/>
        <dgm:cxn modelId="8" type="parOf" srcId="0" destId="2" srcOrd="1" destOrd="0"/>
        <dgm:cxn modelId="9" type="parOf" srcId="0" destId="3" srcOrd="2" destOrd="0"/>
        <dgm:cxn modelId="10" type="parOf" srcId="0" destId="4" srcOrd="3" destOrd="0"/>
        <dgm:cxn modelId="11" type="parOf" srcId="0" destId="5" srcOrd="4" destOrd="0"/>
      </dgm:cxnLst>
      <dgm:bg/>
      <dgm:whole/>
    </dgm:dataModel>
  </dgm:sampData>
  <dgm:styleData>
    <dgm:dataModel>
      <dgm:ptLst>
        <dgm:pt modelId="0" type="doc"/>
        <dgm:pt modelId="1" type="node"/>
        <dgm:pt modelId="2" type="node"/>
      </dgm:ptLst>
      <dgm:cxnLst>
        <dgm:cxn modelId="3" type="parOf" srcId="0" destId="1" srcOrd="0" destOrd="0"/>
        <dgm:cxn modelId="4" type="parOf" srcId="0" destId="2" srcOrd="1" destOrd="0"/>
      </dgm:cxnLst>
      <dgm:bg/>
      <dgm:whole/>
    </dgm:dataModel>
  </dgm:styleData>
  <dgm:clrData>
    <dgm:dataModel>
      <dgm:ptLst>
        <dgm:pt modelId="0" type="doc"/>
        <dgm:pt modelId="1" type="node"/>
        <dgm:pt modelId="2" type="node"/>
        <dgm:pt modelId="3" type="node"/>
        <dgm:pt modelId="4" type="node"/>
      </dgm:ptLst>
      <dgm:cxnLst>
        <dgm:cxn modelId="5" type="parOf" srcId="0" destId="1" srcOrd="0" destOrd="0"/>
        <dgm:cxn modelId="6" type="parOf" srcId="0" destId="2" srcOrd="1" destOrd="0"/>
        <dgm:cxn modelId="7" type="parOf" srcId="0" destId="3" srcOrd="2" destOrd="0"/>
        <dgm:cxn modelId="8" type="parOf" srcId="0" destId="4" srcOrd="3" destOrd="0"/>
      </dgm:cxnLst>
      <dgm:bg/>
      <dgm:whole/>
    </dgm:dataModel>
  </dgm:clrData>
  <dgm:layoutNode name="Name0">
    <dgm:shape rot="0.000000" type="none" r:blip="" blipPhldr="0" lkTxEntry="0" zOrderOff="0" hideGeom="0">
      <dgm:adjLst/>
    </dgm:shape>
    <dgm:presOf/>
    <dgm:constrLst>
      <dgm:constr type="w" for="ch" ptType="node" refPtType="all" refType="w" refFor="self" op="none" fact="1.000000" val="0"/>
      <dgm:constr type="w" for="ch" forName="sibTrans" ptType="all" refPtType="node" refType="w" refFor="ch" op="equ" fact="0.230000" val="0"/>
      <dgm:constr type="sp" for="self" ptType="all" refPtType="all" refType="w" refFor="ch" refForName="sibTrans" op="equ" fact="1.000000" val="0"/>
      <dgm:constr type="userB" for="des" forName="connectorText" ptType="all" refPtType="all" refType="sp" refFor="self" op="none" fact="1.000000" val="0"/>
      <dgm:constr type="primFontSz" for="ch" ptType="node" refPtType="all" refType="none" refFor="self" op="equ" fact="1.000000" val="65"/>
      <dgm:constr type="h" for="ch" ptType="sibTrans" refPtType="all" refType="none" refFor="self" op="equ" fact="1.000000" val="0"/>
      <dgm:constr type="primFontSz" for="des" forName="connectorText" ptType="all" refPtType="all" refType="none" refFor="self" op="equ" fact="1.000000" val="55"/>
      <dgm:constr type="primFontSz" for="des" forName="connectorText" ptType="all" refPtType="node" refType="primFontSz" refFor="ch" op="lte" fact="0.800000" val="0"/>
    </dgm:constrLst>
    <dgm:ruleLst/>
    <dgm:varLst>
      <dgm:dir val="norm"/>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forEach name="nodesForEach" axis="ch" ptType="node">
      <dgm:layoutNode name="node">
        <dgm:alg type="tx"/>
        <dgm:shape rot="0.000000" type="rect" r:blip="" blipPhldr="0" lkTxEntry="0" zOrderOff="0" hideGeom="0">
          <dgm:adjLst/>
        </dgm:shape>
        <dgm:presOf axis="desOrSelf" ptType="node"/>
        <dgm:constrLst>
          <dgm:constr type="h" for="self" ptType="all" refPtType="all" refType="w" refFor="self" op="none" fact="0.600000" val="0"/>
        </dgm:constrLst>
        <dgm:ruleLst>
          <dgm:rule type="primFontSz" for="self" ptType="all" val="5" fact="NaN" max="NaN"/>
        </dgm:ruleLst>
        <dgm:varLst>
          <dgm:bulletEnabled val="1"/>
        </dgm:varLst>
      </dgm:layoutNode>
      <dgm:forEach name="sibTransForEach" axis="followSib" ptType="sibTrans" cnt="1">
        <dgm:layoutNode name="sibTrans">
          <dgm:shape rot="0.000000" type="conn" r:blip="" blipPhldr="0" lkTxEntry="0" zOrderOff="-2" hideGeom="0">
            <dgm:adjLst/>
          </dgm:shape>
          <dgm:presOf axis="self"/>
          <dgm:constrLst>
            <dgm:constr type="begPad" for="self" ptType="all" refPtType="all" refType="none" refFor="self" op="none" fact="1.000000" val="-0.050000000000000003"/>
            <dgm:constr type="endPad" for="self" ptType="all" refPtType="all" refType="none" refFor="self" op="none" fact="1.000000" val="0.90000000000000002"/>
            <dgm:constr type="userA" for="ch" ptType="all" refPtType="all" refType="connDist" refFor="self" op="none" fact="1.000000" val="0"/>
          </dgm:constrLst>
          <dgm:ruleLst/>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layoutNode name="connectorText">
            <dgm:alg type="tx">
              <dgm:param type="autoTxRot" val="upr"/>
            </dgm:alg>
            <dgm:shape rot="0.000000" type="rect" r:blip="" blipPhldr="0" lkTxEntry="0" zOrderOff="0" hideGeom="1">
              <dgm:adjLst/>
            </dgm:shape>
            <dgm:presOf axis="self"/>
            <dgm:constrLst>
              <dgm:constr type="userA" for="self" ptType="all" refPtType="all" refType="none" refFor="self" op="none" fact="1.000000" val="0"/>
              <dgm:constr type="userB" for="self" ptType="all" refPtType="all" refType="none" refFor="self" op="none" fact="1.000000" val="0"/>
              <dgm:constr type="w" for="self" ptType="all" refPtType="all" refType="userA" refFor="self" op="none" fact="0.050000" val="0"/>
              <dgm:constr type="h" for="self" ptType="all" refPtType="all" refType="userB" refFor="self" op="none" fact="0.010000" val="0"/>
              <dgm:constr type="lMarg" for="self" ptType="all" refPtType="all" refType="none" refFor="self" op="none" fact="1.000000" val="1"/>
              <dgm:constr type="rMarg" for="self" ptType="all" refPtType="all" refType="none" refFor="self" op="none" fact="1.000000" val="1"/>
              <dgm:constr type="tMarg" for="self" ptType="all" refPtType="all" refType="none" refFor="self" op="none" fact="1.000000" val="0"/>
              <dgm:constr type="bMarg" for="self" ptType="all" refPtType="all" refType="none" refFor="self" op="none" fact="1.000000" val="0"/>
            </dgm:constrLst>
            <dgm:ruleLst>
              <dgm:rule type="w" for="self" ptType="all" val="NaN" fact="0.59999999999999998" max="NaN"/>
              <dgm:rule type="h" for="self" ptType="all" val="NaN" fact="0.59999999999999998" max="NaN"/>
              <dgm:rule type="primFontSz" for="self" ptType="all"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style>
      <a:lnRef idx="2">
        <a:srgbClr val="000000"/>
      </a:lnRef>
      <a:fillRef idx="1">
        <a:srgbClr val="000000"/>
      </a:fillRef>
      <a:effectRef idx="0">
        <a:srgbClr val="000000"/>
      </a:effectRef>
      <a:fontRef idx="minor"/>
    </dgm:style>
  </dgm:styleLbl>
  <dgm:styleLbl name="alignNode1">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asst0">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bg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style>
      <a:lnRef idx="0">
        <a:srgbClr val="000000"/>
      </a:lnRef>
      <a:fillRef idx="1">
        <a:srgbClr val="000000"/>
      </a:fillRef>
      <a:effectRef idx="0">
        <a:srgbClr val="000000"/>
      </a:effectRef>
      <a:fontRef idx="minor"/>
    </dgm:style>
  </dgm:styleLbl>
  <dgm:styleLbl name="bgSibTrans2D1">
    <dgm:scene3d>
      <a:camera prst="orthographicFront"/>
      <a:lightRig rig="threePt" dir="t"/>
    </dgm:scene3d>
    <dgm:sp3d/>
    <dgm:style>
      <a:lnRef idx="0">
        <a:srgbClr val="000000"/>
      </a:lnRef>
      <a:fillRef idx="1">
        <a:srgbClr val="000000"/>
      </a:fillRef>
      <a:effectRef idx="0">
        <a:srgbClr val="000000"/>
      </a:effectRef>
      <a:fontRef idx="minor">
        <a:schemeClr val="lt1"/>
      </a:fontRef>
    </dgm:style>
  </dgm:styleLbl>
  <dgm:styleLbl name="callout">
    <dgm:scene3d>
      <a:camera prst="orthographicFront"/>
      <a:lightRig rig="threePt" dir="t"/>
    </dgm:scene3d>
    <dgm:sp3d/>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dkBgShp">
    <dgm:scene3d>
      <a:camera prst="orthographicFront"/>
      <a:lightRig rig="threePt" dir="t"/>
    </dgm:scene3d>
    <dgm:sp3d/>
    <dgm:style>
      <a:lnRef idx="0">
        <a:srgbClr val="000000"/>
      </a:lnRef>
      <a:fillRef idx="1">
        <a:srgbClr val="000000"/>
      </a:fillRef>
      <a:effectRef idx="0">
        <a:srgbClr val="000000"/>
      </a:effectRef>
      <a:fontRef idx="minor"/>
    </dgm:style>
  </dgm:styleLbl>
  <dgm:styleLbl name="fgAcc0">
    <dgm:scene3d>
      <a:camera prst="orthographicFront"/>
      <a:lightRig rig="threePt" dir="t"/>
    </dgm:scene3d>
    <dgm:sp3d/>
    <dgm:style>
      <a:lnRef idx="2">
        <a:srgbClr val="000000"/>
      </a:lnRef>
      <a:fillRef idx="1">
        <a:srgbClr val="000000"/>
      </a:fillRef>
      <a:effectRef idx="0">
        <a:srgbClr val="000000"/>
      </a:effectRef>
      <a:fontRef idx="minor"/>
    </dgm:style>
  </dgm:styleLbl>
  <dgm:styleLbl name="fg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style>
      <a:lnRef idx="2">
        <a:srgbClr val="000000"/>
      </a:lnRef>
      <a:fillRef idx="1">
        <a:srgbClr val="000000"/>
      </a:fillRef>
      <a:effectRef idx="0">
        <a:srgbClr val="000000"/>
      </a:effectRef>
      <a:fontRef idx="minor"/>
    </dgm:style>
  </dgm:styleLbl>
  <dgm:styleLbl name="fgImgPlace1">
    <dgm:scene3d>
      <a:camera prst="orthographicFront"/>
      <a:lightRig rig="threePt" dir="t"/>
    </dgm:scene3d>
    <dgm:sp3d/>
    <dgm:style>
      <a:lnRef idx="2">
        <a:srgbClr val="000000"/>
      </a:lnRef>
      <a:fillRef idx="1">
        <a:srgbClr val="000000"/>
      </a:fillRef>
      <a:effectRef idx="0">
        <a:srgbClr val="000000"/>
      </a:effectRef>
      <a:fontRef idx="minor"/>
    </dgm:style>
  </dgm:styleLbl>
  <dgm:styleLbl name="fgShp">
    <dgm:scene3d>
      <a:camera prst="orthographicFront"/>
      <a:lightRig rig="threePt" dir="t"/>
    </dgm:scene3d>
    <dgm:sp3d/>
    <dgm:style>
      <a:lnRef idx="2">
        <a:srgbClr val="000000"/>
      </a:lnRef>
      <a:fillRef idx="1">
        <a:srgbClr val="000000"/>
      </a:fillRef>
      <a:effectRef idx="0">
        <a:srgbClr val="000000"/>
      </a:effectRef>
      <a:fontRef idx="minor"/>
    </dgm:style>
  </dgm:styleLbl>
  <dgm:styleLbl name="fgSibTrans2D1">
    <dgm:scene3d>
      <a:camera prst="orthographicFront"/>
      <a:lightRig rig="threePt" dir="t"/>
    </dgm:scene3d>
    <dgm:sp3d/>
    <dgm:style>
      <a:lnRef idx="0">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node0">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style>
      <a:lnRef idx="2">
        <a:srgbClr val="000000"/>
      </a:lnRef>
      <a:fillRef idx="0">
        <a:srgbClr val="000000"/>
      </a:fillRef>
      <a:effectRef idx="0">
        <a:srgbClr val="000000"/>
      </a:effectRef>
      <a:fontRef idx="minor"/>
    </dgm:style>
  </dgm:styleLbl>
  <dgm:styleLbl name="parChTrans2D1">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revTx">
    <dgm:scene3d>
      <a:camera prst="orthographicFront"/>
      <a:lightRig rig="threePt" dir="t"/>
    </dgm:scene3d>
    <dgm:sp3d/>
    <dgm:style>
      <a:lnRef idx="0">
        <a:srgbClr val="000000"/>
      </a:lnRef>
      <a:fillRef idx="0">
        <a:srgbClr val="000000"/>
      </a:fillRef>
      <a:effectRef idx="0">
        <a:srgbClr val="000000"/>
      </a:effectRef>
      <a:fontRef idx="minor"/>
    </dgm:style>
  </dgm:styleLbl>
  <dgm:styleLbl name="sibTrans1D1">
    <dgm:scene3d>
      <a:camera prst="orthographicFront"/>
      <a:lightRig rig="threePt" dir="t"/>
    </dgm:scene3d>
    <dgm:sp3d/>
    <dgm:style>
      <a:lnRef idx="1">
        <a:srgbClr val="000000"/>
      </a:lnRef>
      <a:fillRef idx="0">
        <a:srgbClr val="000000"/>
      </a:fillRef>
      <a:effectRef idx="0">
        <a:srgbClr val="000000"/>
      </a:effectRef>
      <a:fontRef idx="minor"/>
    </dgm:style>
  </dgm:styleLbl>
  <dgm:styleLbl name="sibTrans2D1">
    <dgm:scene3d>
      <a:camera prst="orthographicFront"/>
      <a:lightRig rig="threePt" dir="t"/>
    </dgm:scene3d>
    <dgm:sp3d/>
    <dgm:style>
      <a:lnRef idx="0">
        <a:srgbClr val="000000"/>
      </a:lnRef>
      <a:fillRef idx="1">
        <a:srgbClr val="000000"/>
      </a:fillRef>
      <a:effectRef idx="0">
        <a:srgbClr val="000000"/>
      </a:effectRef>
      <a:fontRef idx="minor">
        <a:schemeClr val="lt1"/>
      </a:fontRef>
    </dgm:style>
  </dgm:styleLbl>
  <dgm:styleLbl name="solidAlign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style>
      <a:lnRef idx="1">
        <a:srgbClr val="000000"/>
      </a:lnRef>
      <a:fillRef idx="1">
        <a:srgbClr val="000000"/>
      </a:fillRef>
      <a:effectRef idx="0">
        <a:srgbClr val="000000"/>
      </a:effectRef>
      <a:fontRef idx="minor"/>
    </dgm:style>
  </dgm:styleLbl>
  <dgm:styleLbl name="trBgShp">
    <dgm:scene3d>
      <a:camera prst="orthographicFront"/>
      <a:lightRig rig="threePt" dir="t"/>
    </dgm:scene3d>
    <dgm:sp3d/>
    <dgm:style>
      <a:lnRef idx="0">
        <a:srgbClr val="000000"/>
      </a:lnRef>
      <a:fillRef idx="1">
        <a:srgbClr val="000000"/>
      </a:fillRef>
      <a:effectRef idx="0">
        <a:srgbClr val="000000"/>
      </a:effectRef>
      <a:fontRef idx="minor"/>
    </dgm:style>
  </dgm:styleLbl>
  <dgm:styleLbl name="vennNode1">
    <dgm:scene3d>
      <a:camera prst="orthographicFront"/>
      <a:lightRig rig="threePt" dir="t"/>
    </dgm:scene3d>
    <dgm:sp3d/>
    <dgm:style>
      <a:lnRef idx="2">
        <a:srgbClr val="000000"/>
      </a:lnRef>
      <a:fillRef idx="1">
        <a:srgbClr val="000000"/>
      </a:fillRef>
      <a:effectRef idx="0">
        <a:srgbClr val="00000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style>
      <a:lnRef idx="2">
        <a:srgbClr val="000000"/>
      </a:lnRef>
      <a:fillRef idx="1">
        <a:srgbClr val="000000"/>
      </a:fillRef>
      <a:effectRef idx="0">
        <a:srgbClr val="000000"/>
      </a:effectRef>
      <a:fontRef idx="minor"/>
    </dgm:style>
  </dgm:styleLbl>
  <dgm:styleLbl name="alignNode1">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asst0">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bg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style>
      <a:lnRef idx="0">
        <a:srgbClr val="000000"/>
      </a:lnRef>
      <a:fillRef idx="1">
        <a:srgbClr val="000000"/>
      </a:fillRef>
      <a:effectRef idx="0">
        <a:srgbClr val="000000"/>
      </a:effectRef>
      <a:fontRef idx="minor"/>
    </dgm:style>
  </dgm:styleLbl>
  <dgm:styleLbl name="bgSibTrans2D1">
    <dgm:scene3d>
      <a:camera prst="orthographicFront"/>
      <a:lightRig rig="threePt" dir="t"/>
    </dgm:scene3d>
    <dgm:sp3d/>
    <dgm:style>
      <a:lnRef idx="0">
        <a:srgbClr val="000000"/>
      </a:lnRef>
      <a:fillRef idx="1">
        <a:srgbClr val="000000"/>
      </a:fillRef>
      <a:effectRef idx="0">
        <a:srgbClr val="000000"/>
      </a:effectRef>
      <a:fontRef idx="minor">
        <a:schemeClr val="lt1"/>
      </a:fontRef>
    </dgm:style>
  </dgm:styleLbl>
  <dgm:styleLbl name="callout">
    <dgm:scene3d>
      <a:camera prst="orthographicFront"/>
      <a:lightRig rig="threePt" dir="t"/>
    </dgm:scene3d>
    <dgm:sp3d/>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dkBgShp">
    <dgm:scene3d>
      <a:camera prst="orthographicFront"/>
      <a:lightRig rig="threePt" dir="t"/>
    </dgm:scene3d>
    <dgm:sp3d/>
    <dgm:style>
      <a:lnRef idx="0">
        <a:srgbClr val="000000"/>
      </a:lnRef>
      <a:fillRef idx="1">
        <a:srgbClr val="000000"/>
      </a:fillRef>
      <a:effectRef idx="0">
        <a:srgbClr val="000000"/>
      </a:effectRef>
      <a:fontRef idx="minor"/>
    </dgm:style>
  </dgm:styleLbl>
  <dgm:styleLbl name="fgAcc0">
    <dgm:scene3d>
      <a:camera prst="orthographicFront"/>
      <a:lightRig rig="threePt" dir="t"/>
    </dgm:scene3d>
    <dgm:sp3d/>
    <dgm:style>
      <a:lnRef idx="2">
        <a:srgbClr val="000000"/>
      </a:lnRef>
      <a:fillRef idx="1">
        <a:srgbClr val="000000"/>
      </a:fillRef>
      <a:effectRef idx="0">
        <a:srgbClr val="000000"/>
      </a:effectRef>
      <a:fontRef idx="minor"/>
    </dgm:style>
  </dgm:styleLbl>
  <dgm:styleLbl name="fg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style>
      <a:lnRef idx="2">
        <a:srgbClr val="000000"/>
      </a:lnRef>
      <a:fillRef idx="1">
        <a:srgbClr val="000000"/>
      </a:fillRef>
      <a:effectRef idx="0">
        <a:srgbClr val="000000"/>
      </a:effectRef>
      <a:fontRef idx="minor"/>
    </dgm:style>
  </dgm:styleLbl>
  <dgm:styleLbl name="fgImgPlace1">
    <dgm:scene3d>
      <a:camera prst="orthographicFront"/>
      <a:lightRig rig="threePt" dir="t"/>
    </dgm:scene3d>
    <dgm:sp3d/>
    <dgm:style>
      <a:lnRef idx="2">
        <a:srgbClr val="000000"/>
      </a:lnRef>
      <a:fillRef idx="1">
        <a:srgbClr val="000000"/>
      </a:fillRef>
      <a:effectRef idx="0">
        <a:srgbClr val="000000"/>
      </a:effectRef>
      <a:fontRef idx="minor"/>
    </dgm:style>
  </dgm:styleLbl>
  <dgm:styleLbl name="fgShp">
    <dgm:scene3d>
      <a:camera prst="orthographicFront"/>
      <a:lightRig rig="threePt" dir="t"/>
    </dgm:scene3d>
    <dgm:sp3d/>
    <dgm:style>
      <a:lnRef idx="2">
        <a:srgbClr val="000000"/>
      </a:lnRef>
      <a:fillRef idx="1">
        <a:srgbClr val="000000"/>
      </a:fillRef>
      <a:effectRef idx="0">
        <a:srgbClr val="000000"/>
      </a:effectRef>
      <a:fontRef idx="minor"/>
    </dgm:style>
  </dgm:styleLbl>
  <dgm:styleLbl name="fgSibTrans2D1">
    <dgm:scene3d>
      <a:camera prst="orthographicFront"/>
      <a:lightRig rig="threePt" dir="t"/>
    </dgm:scene3d>
    <dgm:sp3d/>
    <dgm:style>
      <a:lnRef idx="0">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node0">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style>
      <a:lnRef idx="2">
        <a:srgbClr val="000000"/>
      </a:lnRef>
      <a:fillRef idx="0">
        <a:srgbClr val="000000"/>
      </a:fillRef>
      <a:effectRef idx="0">
        <a:srgbClr val="000000"/>
      </a:effectRef>
      <a:fontRef idx="minor"/>
    </dgm:style>
  </dgm:styleLbl>
  <dgm:styleLbl name="parChTrans2D1">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revTx">
    <dgm:scene3d>
      <a:camera prst="orthographicFront"/>
      <a:lightRig rig="threePt" dir="t"/>
    </dgm:scene3d>
    <dgm:sp3d/>
    <dgm:style>
      <a:lnRef idx="0">
        <a:srgbClr val="000000"/>
      </a:lnRef>
      <a:fillRef idx="0">
        <a:srgbClr val="000000"/>
      </a:fillRef>
      <a:effectRef idx="0">
        <a:srgbClr val="000000"/>
      </a:effectRef>
      <a:fontRef idx="minor"/>
    </dgm:style>
  </dgm:styleLbl>
  <dgm:styleLbl name="sibTrans1D1">
    <dgm:scene3d>
      <a:camera prst="orthographicFront"/>
      <a:lightRig rig="threePt" dir="t"/>
    </dgm:scene3d>
    <dgm:sp3d/>
    <dgm:style>
      <a:lnRef idx="1">
        <a:srgbClr val="000000"/>
      </a:lnRef>
      <a:fillRef idx="0">
        <a:srgbClr val="000000"/>
      </a:fillRef>
      <a:effectRef idx="0">
        <a:srgbClr val="000000"/>
      </a:effectRef>
      <a:fontRef idx="minor"/>
    </dgm:style>
  </dgm:styleLbl>
  <dgm:styleLbl name="sibTrans2D1">
    <dgm:scene3d>
      <a:camera prst="orthographicFront"/>
      <a:lightRig rig="threePt" dir="t"/>
    </dgm:scene3d>
    <dgm:sp3d/>
    <dgm:style>
      <a:lnRef idx="0">
        <a:srgbClr val="000000"/>
      </a:lnRef>
      <a:fillRef idx="1">
        <a:srgbClr val="000000"/>
      </a:fillRef>
      <a:effectRef idx="0">
        <a:srgbClr val="000000"/>
      </a:effectRef>
      <a:fontRef idx="minor">
        <a:schemeClr val="lt1"/>
      </a:fontRef>
    </dgm:style>
  </dgm:styleLbl>
  <dgm:styleLbl name="solidAlign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style>
      <a:lnRef idx="1">
        <a:srgbClr val="000000"/>
      </a:lnRef>
      <a:fillRef idx="1">
        <a:srgbClr val="000000"/>
      </a:fillRef>
      <a:effectRef idx="0">
        <a:srgbClr val="000000"/>
      </a:effectRef>
      <a:fontRef idx="minor"/>
    </dgm:style>
  </dgm:styleLbl>
  <dgm:styleLbl name="trBgShp">
    <dgm:scene3d>
      <a:camera prst="orthographicFront"/>
      <a:lightRig rig="threePt" dir="t"/>
    </dgm:scene3d>
    <dgm:sp3d/>
    <dgm:style>
      <a:lnRef idx="0">
        <a:srgbClr val="000000"/>
      </a:lnRef>
      <a:fillRef idx="1">
        <a:srgbClr val="000000"/>
      </a:fillRef>
      <a:effectRef idx="0">
        <a:srgbClr val="000000"/>
      </a:effectRef>
      <a:fontRef idx="minor"/>
    </dgm:style>
  </dgm:styleLbl>
  <dgm:styleLbl name="vennNode1">
    <dgm:scene3d>
      <a:camera prst="orthographicFront"/>
      <a:lightRig rig="threePt" dir="t"/>
    </dgm:scene3d>
    <dgm:sp3d/>
    <dgm:style>
      <a:lnRef idx="2">
        <a:srgbClr val="000000"/>
      </a:lnRef>
      <a:fillRef idx="1">
        <a:srgbClr val="000000"/>
      </a:fillRef>
      <a:effectRef idx="0">
        <a:srgbClr val="00000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style>
      <a:lnRef idx="2">
        <a:srgbClr val="000000"/>
      </a:lnRef>
      <a:fillRef idx="1">
        <a:srgbClr val="000000"/>
      </a:fillRef>
      <a:effectRef idx="0">
        <a:srgbClr val="000000"/>
      </a:effectRef>
      <a:fontRef idx="minor"/>
    </dgm:style>
  </dgm:styleLbl>
  <dgm:styleLbl name="alignNode1">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asst0">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bg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style>
      <a:lnRef idx="0">
        <a:srgbClr val="000000"/>
      </a:lnRef>
      <a:fillRef idx="1">
        <a:srgbClr val="000000"/>
      </a:fillRef>
      <a:effectRef idx="0">
        <a:srgbClr val="000000"/>
      </a:effectRef>
      <a:fontRef idx="minor"/>
    </dgm:style>
  </dgm:styleLbl>
  <dgm:styleLbl name="bgSibTrans2D1">
    <dgm:scene3d>
      <a:camera prst="orthographicFront"/>
      <a:lightRig rig="threePt" dir="t"/>
    </dgm:scene3d>
    <dgm:sp3d/>
    <dgm:style>
      <a:lnRef idx="0">
        <a:srgbClr val="000000"/>
      </a:lnRef>
      <a:fillRef idx="1">
        <a:srgbClr val="000000"/>
      </a:fillRef>
      <a:effectRef idx="0">
        <a:srgbClr val="000000"/>
      </a:effectRef>
      <a:fontRef idx="minor">
        <a:schemeClr val="lt1"/>
      </a:fontRef>
    </dgm:style>
  </dgm:styleLbl>
  <dgm:styleLbl name="callout">
    <dgm:scene3d>
      <a:camera prst="orthographicFront"/>
      <a:lightRig rig="threePt" dir="t"/>
    </dgm:scene3d>
    <dgm:sp3d/>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dkBgShp">
    <dgm:scene3d>
      <a:camera prst="orthographicFront"/>
      <a:lightRig rig="threePt" dir="t"/>
    </dgm:scene3d>
    <dgm:sp3d/>
    <dgm:style>
      <a:lnRef idx="0">
        <a:srgbClr val="000000"/>
      </a:lnRef>
      <a:fillRef idx="1">
        <a:srgbClr val="000000"/>
      </a:fillRef>
      <a:effectRef idx="0">
        <a:srgbClr val="000000"/>
      </a:effectRef>
      <a:fontRef idx="minor"/>
    </dgm:style>
  </dgm:styleLbl>
  <dgm:styleLbl name="fgAcc0">
    <dgm:scene3d>
      <a:camera prst="orthographicFront"/>
      <a:lightRig rig="threePt" dir="t"/>
    </dgm:scene3d>
    <dgm:sp3d/>
    <dgm:style>
      <a:lnRef idx="2">
        <a:srgbClr val="000000"/>
      </a:lnRef>
      <a:fillRef idx="1">
        <a:srgbClr val="000000"/>
      </a:fillRef>
      <a:effectRef idx="0">
        <a:srgbClr val="000000"/>
      </a:effectRef>
      <a:fontRef idx="minor"/>
    </dgm:style>
  </dgm:styleLbl>
  <dgm:styleLbl name="fg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style>
      <a:lnRef idx="2">
        <a:srgbClr val="000000"/>
      </a:lnRef>
      <a:fillRef idx="1">
        <a:srgbClr val="000000"/>
      </a:fillRef>
      <a:effectRef idx="0">
        <a:srgbClr val="000000"/>
      </a:effectRef>
      <a:fontRef idx="minor"/>
    </dgm:style>
  </dgm:styleLbl>
  <dgm:styleLbl name="fgImgPlace1">
    <dgm:scene3d>
      <a:camera prst="orthographicFront"/>
      <a:lightRig rig="threePt" dir="t"/>
    </dgm:scene3d>
    <dgm:sp3d/>
    <dgm:style>
      <a:lnRef idx="2">
        <a:srgbClr val="000000"/>
      </a:lnRef>
      <a:fillRef idx="1">
        <a:srgbClr val="000000"/>
      </a:fillRef>
      <a:effectRef idx="0">
        <a:srgbClr val="000000"/>
      </a:effectRef>
      <a:fontRef idx="minor"/>
    </dgm:style>
  </dgm:styleLbl>
  <dgm:styleLbl name="fgShp">
    <dgm:scene3d>
      <a:camera prst="orthographicFront"/>
      <a:lightRig rig="threePt" dir="t"/>
    </dgm:scene3d>
    <dgm:sp3d/>
    <dgm:style>
      <a:lnRef idx="2">
        <a:srgbClr val="000000"/>
      </a:lnRef>
      <a:fillRef idx="1">
        <a:srgbClr val="000000"/>
      </a:fillRef>
      <a:effectRef idx="0">
        <a:srgbClr val="000000"/>
      </a:effectRef>
      <a:fontRef idx="minor"/>
    </dgm:style>
  </dgm:styleLbl>
  <dgm:styleLbl name="fgSibTrans2D1">
    <dgm:scene3d>
      <a:camera prst="orthographicFront"/>
      <a:lightRig rig="threePt" dir="t"/>
    </dgm:scene3d>
    <dgm:sp3d/>
    <dgm:style>
      <a:lnRef idx="0">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node0">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style>
      <a:lnRef idx="2">
        <a:srgbClr val="000000"/>
      </a:lnRef>
      <a:fillRef idx="0">
        <a:srgbClr val="000000"/>
      </a:fillRef>
      <a:effectRef idx="0">
        <a:srgbClr val="000000"/>
      </a:effectRef>
      <a:fontRef idx="minor"/>
    </dgm:style>
  </dgm:styleLbl>
  <dgm:styleLbl name="parChTrans2D1">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style>
      <a:lnRef idx="2">
        <a:srgbClr val="000000"/>
      </a:lnRef>
      <a:fillRef idx="1">
        <a:srgbClr val="000000"/>
      </a:fillRef>
      <a:effectRef idx="0">
        <a:srgbClr val="000000"/>
      </a:effectRef>
      <a:fontRef idx="minor">
        <a:schemeClr val="lt1"/>
      </a:fontRef>
    </dgm:style>
  </dgm:styleLbl>
  <dgm:styleLbl name="revTx">
    <dgm:scene3d>
      <a:camera prst="orthographicFront"/>
      <a:lightRig rig="threePt" dir="t"/>
    </dgm:scene3d>
    <dgm:sp3d/>
    <dgm:style>
      <a:lnRef idx="0">
        <a:srgbClr val="000000"/>
      </a:lnRef>
      <a:fillRef idx="0">
        <a:srgbClr val="000000"/>
      </a:fillRef>
      <a:effectRef idx="0">
        <a:srgbClr val="000000"/>
      </a:effectRef>
      <a:fontRef idx="minor"/>
    </dgm:style>
  </dgm:styleLbl>
  <dgm:styleLbl name="sibTrans1D1">
    <dgm:scene3d>
      <a:camera prst="orthographicFront"/>
      <a:lightRig rig="threePt" dir="t"/>
    </dgm:scene3d>
    <dgm:sp3d/>
    <dgm:style>
      <a:lnRef idx="1">
        <a:srgbClr val="000000"/>
      </a:lnRef>
      <a:fillRef idx="0">
        <a:srgbClr val="000000"/>
      </a:fillRef>
      <a:effectRef idx="0">
        <a:srgbClr val="000000"/>
      </a:effectRef>
      <a:fontRef idx="minor"/>
    </dgm:style>
  </dgm:styleLbl>
  <dgm:styleLbl name="sibTrans2D1">
    <dgm:scene3d>
      <a:camera prst="orthographicFront"/>
      <a:lightRig rig="threePt" dir="t"/>
    </dgm:scene3d>
    <dgm:sp3d/>
    <dgm:style>
      <a:lnRef idx="0">
        <a:srgbClr val="000000"/>
      </a:lnRef>
      <a:fillRef idx="1">
        <a:srgbClr val="000000"/>
      </a:fillRef>
      <a:effectRef idx="0">
        <a:srgbClr val="000000"/>
      </a:effectRef>
      <a:fontRef idx="minor">
        <a:schemeClr val="lt1"/>
      </a:fontRef>
    </dgm:style>
  </dgm:styleLbl>
  <dgm:styleLbl name="solidAlign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style>
      <a:lnRef idx="1">
        <a:srgbClr val="000000"/>
      </a:lnRef>
      <a:fillRef idx="1">
        <a:srgbClr val="000000"/>
      </a:fillRef>
      <a:effectRef idx="0">
        <a:srgbClr val="000000"/>
      </a:effectRef>
      <a:fontRef idx="minor"/>
    </dgm:style>
  </dgm:styleLbl>
  <dgm:styleLbl name="trBgShp">
    <dgm:scene3d>
      <a:camera prst="orthographicFront"/>
      <a:lightRig rig="threePt" dir="t"/>
    </dgm:scene3d>
    <dgm:sp3d/>
    <dgm:style>
      <a:lnRef idx="0">
        <a:srgbClr val="000000"/>
      </a:lnRef>
      <a:fillRef idx="1">
        <a:srgbClr val="000000"/>
      </a:fillRef>
      <a:effectRef idx="0">
        <a:srgbClr val="000000"/>
      </a:effectRef>
      <a:fontRef idx="minor"/>
    </dgm:style>
  </dgm:styleLbl>
  <dgm:styleLbl name="vennNode1">
    <dgm:scene3d>
      <a:camera prst="orthographicFront"/>
      <a:lightRig rig="threePt" dir="t"/>
    </dgm:scene3d>
    <dgm:sp3d/>
    <dgm:style>
      <a:lnRef idx="2">
        <a:srgbClr val="000000"/>
      </a:lnRef>
      <a:fillRef idx="1">
        <a:srgbClr val="000000"/>
      </a:fillRef>
      <a:effectRef idx="0">
        <a:srgbClr val="000000"/>
      </a:effectRef>
      <a:fontRef idx="minor">
        <a:schemeClr val="tx1"/>
      </a:fontRef>
    </dgm:style>
  </dgm:styleLbl>
</dgm:styleDef>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834887296"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349123416"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1F6F80AC-39FF-4ADB-944B-CFE2E4501CE9}" type="datetimeFigureOut">
              <a:rPr lang="en-US"/>
              <a:t>29-Aug-25</a:t>
            </a:fld>
            <a:endParaRPr lang="en-US"/>
          </a:p>
        </p:txBody>
      </p:sp>
      <p:sp>
        <p:nvSpPr>
          <p:cNvPr id="349552894"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27869234"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34915529"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262335370"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5CEB760-B22B-4B14-BA5A-484B6151708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77134434" name="Slide Image Placeholder 1"/>
          <p:cNvSpPr>
            <a:spLocks noChangeAspect="1" noGrp="1" noRot="1"/>
          </p:cNvSpPr>
          <p:nvPr>
            <p:ph type="sldImg"/>
          </p:nvPr>
        </p:nvSpPr>
        <p:spPr bwMode="auto"/>
      </p:sp>
      <p:sp>
        <p:nvSpPr>
          <p:cNvPr id="261378598" name="Notes Placeholder 2"/>
          <p:cNvSpPr>
            <a:spLocks noGrp="1"/>
          </p:cNvSpPr>
          <p:nvPr>
            <p:ph type="body" idx="1"/>
          </p:nvPr>
        </p:nvSpPr>
        <p:spPr bwMode="auto"/>
        <p:txBody>
          <a:bodyPr/>
          <a:lstStyle/>
          <a:p>
            <a:pPr defTabSz="914224">
              <a:defRPr/>
            </a:pPr>
            <a:endParaRPr/>
          </a:p>
        </p:txBody>
      </p:sp>
      <p:sp>
        <p:nvSpPr>
          <p:cNvPr id="63689705" name="Slide Number Placeholder 3"/>
          <p:cNvSpPr>
            <a:spLocks noGrp="1"/>
          </p:cNvSpPr>
          <p:nvPr>
            <p:ph type="sldNum" sz="quarter" idx="10"/>
          </p:nvPr>
        </p:nvSpPr>
        <p:spPr bwMode="auto"/>
        <p:txBody>
          <a:bodyPr/>
          <a:lstStyle/>
          <a:p>
            <a:pPr marL="0" marR="0" lvl="0" indent="0" algn="r" defTabSz="914224" rtl="0">
              <a:lnSpc>
                <a:spcPct val="100000"/>
              </a:lnSpc>
              <a:spcBef>
                <a:spcPts val="0"/>
              </a:spcBef>
              <a:spcAft>
                <a:spcPts val="0"/>
              </a:spcAft>
              <a:buClrTx/>
              <a:buSzTx/>
              <a:buFontTx/>
              <a:buNone/>
              <a:defRPr/>
            </a:pPr>
            <a:fld id="{DFDEAFED-7A86-D013-C1ED-F26382361EE4}" type="slidenum">
              <a:rPr sz="1200" b="0" i="0" u="none" strike="noStrike" cap="none" spc="0">
                <a:ln>
                  <a:noFill/>
                </a:ln>
                <a:solidFill>
                  <a:prstClr val="black"/>
                </a:solidFill>
                <a:latin typeface="Calibri"/>
                <a:ea typeface="+mn-ea"/>
                <a:cs typeface="Arial"/>
              </a:rPr>
              <a:t>1</a:t>
            </a:fld>
            <a:endParaRPr sz="1200" b="0" i="0" u="none" strike="noStrike" cap="none" spc="0">
              <a:ln>
                <a:noFill/>
              </a:ln>
              <a:solidFill>
                <a:prstClr val="black"/>
              </a:solidFill>
              <a:latin typeface="Calibri"/>
              <a:ea typeface="+mn-ea"/>
              <a:cs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2850484" name="Slide Image Placeholder 1"/>
          <p:cNvSpPr>
            <a:spLocks noChangeAspect="1" noGrp="1" noRot="1"/>
          </p:cNvSpPr>
          <p:nvPr>
            <p:ph type="sldImg"/>
          </p:nvPr>
        </p:nvSpPr>
        <p:spPr bwMode="auto"/>
      </p:sp>
      <p:sp>
        <p:nvSpPr>
          <p:cNvPr id="1371808369" name="Notes Placeholder 2"/>
          <p:cNvSpPr>
            <a:spLocks noGrp="1"/>
          </p:cNvSpPr>
          <p:nvPr>
            <p:ph type="body" idx="1"/>
          </p:nvPr>
        </p:nvSpPr>
        <p:spPr bwMode="auto"/>
        <p:txBody>
          <a:bodyPr/>
          <a:lstStyle/>
          <a:p>
            <a:pPr>
              <a:defRPr/>
            </a:pPr>
            <a:endParaRPr lang="en-US"/>
          </a:p>
        </p:txBody>
      </p:sp>
      <p:sp>
        <p:nvSpPr>
          <p:cNvPr id="1018384725" name="Slide Number Placeholder 3"/>
          <p:cNvSpPr>
            <a:spLocks noGrp="1"/>
          </p:cNvSpPr>
          <p:nvPr>
            <p:ph type="sldNum" sz="quarter" idx="5"/>
          </p:nvPr>
        </p:nvSpPr>
        <p:spPr bwMode="auto"/>
        <p:txBody>
          <a:bodyPr/>
          <a:lstStyle/>
          <a:p>
            <a:pPr marL="0" marR="0" lvl="0" indent="0" algn="r" defTabSz="914400" rtl="0">
              <a:lnSpc>
                <a:spcPct val="100000"/>
              </a:lnSpc>
              <a:spcBef>
                <a:spcPts val="0"/>
              </a:spcBef>
              <a:spcAft>
                <a:spcPts val="0"/>
              </a:spcAft>
              <a:buClrTx/>
              <a:buSzTx/>
              <a:buFontTx/>
              <a:buNone/>
              <a:defRPr/>
            </a:pPr>
            <a:fld id="{BA4F40A0-A66B-4239-A6AD-DE8DF4526E52}" type="slidenum">
              <a:rPr lang="en-US" sz="1200" b="0" i="0" u="none" strike="noStrike" cap="none" spc="0">
                <a:ln>
                  <a:noFill/>
                </a:ln>
                <a:solidFill>
                  <a:prstClr val="black"/>
                </a:solidFill>
                <a:latin typeface="Aptos"/>
                <a:ea typeface="+mn-ea"/>
                <a:cs typeface="+mn-cs"/>
              </a:rPr>
              <a:t>2</a:t>
            </a:fld>
            <a:endParaRPr lang="en-US" sz="1200" b="0" i="0" u="none" strike="noStrike" cap="none" spc="0">
              <a:ln>
                <a:noFill/>
              </a:ln>
              <a:solidFill>
                <a:prstClr val="black"/>
              </a:solidFill>
              <a:latin typeface="Aptos"/>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9989117" name="Slide Image Placeholder 1"/>
          <p:cNvSpPr>
            <a:spLocks noChangeAspect="1" noGrp="1" noRot="1"/>
          </p:cNvSpPr>
          <p:nvPr>
            <p:ph type="sldImg"/>
          </p:nvPr>
        </p:nvSpPr>
        <p:spPr bwMode="auto"/>
      </p:sp>
      <p:sp>
        <p:nvSpPr>
          <p:cNvPr id="1003215693" name="Notes Placeholder 2"/>
          <p:cNvSpPr>
            <a:spLocks noGrp="1"/>
          </p:cNvSpPr>
          <p:nvPr>
            <p:ph type="body" idx="1"/>
          </p:nvPr>
        </p:nvSpPr>
        <p:spPr bwMode="auto"/>
        <p:txBody>
          <a:bodyPr/>
          <a:lstStyle/>
          <a:p>
            <a:pPr>
              <a:buNone/>
              <a:defRPr/>
            </a:pPr>
            <a:endParaRPr lang="en-US"/>
          </a:p>
        </p:txBody>
      </p:sp>
      <p:sp>
        <p:nvSpPr>
          <p:cNvPr id="1168918370" name="Slide Number Placeholder 3"/>
          <p:cNvSpPr>
            <a:spLocks noGrp="1"/>
          </p:cNvSpPr>
          <p:nvPr>
            <p:ph type="sldNum" sz="quarter" idx="5"/>
          </p:nvPr>
        </p:nvSpPr>
        <p:spPr bwMode="auto"/>
        <p:txBody>
          <a:bodyPr/>
          <a:lstStyle/>
          <a:p>
            <a:pPr marL="0" marR="0" lvl="0" indent="0" algn="r" defTabSz="914400" rtl="0">
              <a:lnSpc>
                <a:spcPct val="100000"/>
              </a:lnSpc>
              <a:spcBef>
                <a:spcPts val="0"/>
              </a:spcBef>
              <a:spcAft>
                <a:spcPts val="0"/>
              </a:spcAft>
              <a:buClrTx/>
              <a:buSzTx/>
              <a:buFontTx/>
              <a:buNone/>
              <a:defRPr/>
            </a:pPr>
            <a:fld id="{BA4F40A0-A66B-4239-A6AD-DE8DF4526E52}" type="slidenum">
              <a:rPr lang="en-US" sz="1200" b="0" i="0" u="none" strike="noStrike" cap="none" spc="0">
                <a:ln>
                  <a:noFill/>
                </a:ln>
                <a:solidFill>
                  <a:prstClr val="black"/>
                </a:solidFill>
                <a:latin typeface="Aptos"/>
                <a:ea typeface="+mn-ea"/>
                <a:cs typeface="+mn-cs"/>
              </a:rPr>
              <a:t>3</a:t>
            </a:fld>
            <a:endParaRPr lang="en-US" sz="1200" b="0" i="0" u="none" strike="noStrike" cap="none" spc="0">
              <a:ln>
                <a:noFill/>
              </a:ln>
              <a:solidFill>
                <a:prstClr val="black"/>
              </a:solidFill>
              <a:latin typeface="Aptos"/>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3ED6FF0-F254-707F-1A3C-38B4A4BE0F9A}"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9EA94C8-5408-CEA8-A0CB-747311A68028}"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A5E566F-EDF2-9B9A-8D33-DBCC513CA548}"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CBDCD32-AABB-25E5-B722-0DBBFA1DB120}"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2AFBF84-D29B-BF9F-494D-C48BAAF9D198}"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324DDBF-708B-4CED-9919-3242B3043AE9}"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ACA06FB-C069-DEFC-A6CE-203116EEB7C9}"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1776291" name="Slide Image Placeholder 1"/>
          <p:cNvSpPr>
            <a:spLocks noChangeAspect="1" noGrp="1" noRot="1"/>
          </p:cNvSpPr>
          <p:nvPr>
            <p:ph type="sldImg"/>
          </p:nvPr>
        </p:nvSpPr>
        <p:spPr bwMode="auto"/>
      </p:sp>
      <p:sp>
        <p:nvSpPr>
          <p:cNvPr id="596909927" name="Notes Placeholder 2"/>
          <p:cNvSpPr>
            <a:spLocks noGrp="1"/>
          </p:cNvSpPr>
          <p:nvPr>
            <p:ph type="body" idx="1"/>
          </p:nvPr>
        </p:nvSpPr>
        <p:spPr bwMode="auto"/>
        <p:txBody>
          <a:bodyPr/>
          <a:lstStyle/>
          <a:p>
            <a:pPr marL="0" marR="0" lvl="0" indent="0" algn="l" defTabSz="914400" rtl="0">
              <a:lnSpc>
                <a:spcPct val="100000"/>
              </a:lnSpc>
              <a:spcBef>
                <a:spcPts val="0"/>
              </a:spcBef>
              <a:spcAft>
                <a:spcPts val="0"/>
              </a:spcAft>
              <a:buClrTx/>
              <a:buSzTx/>
              <a:buFontTx/>
              <a:buNone/>
              <a:defRPr/>
            </a:pPr>
            <a:r>
              <a:rPr lang="en-US" sz="1200"/>
              <a:t>The user flow diagram shows the full, per-organization flow from first contact to signed transactions on Fabric. </a:t>
            </a:r>
            <a:endParaRPr/>
          </a:p>
        </p:txBody>
      </p:sp>
      <p:sp>
        <p:nvSpPr>
          <p:cNvPr id="1403322206" name="Slide Number Placeholder 3"/>
          <p:cNvSpPr>
            <a:spLocks noGrp="1"/>
          </p:cNvSpPr>
          <p:nvPr>
            <p:ph type="sldNum" sz="quarter" idx="5"/>
          </p:nvPr>
        </p:nvSpPr>
        <p:spPr bwMode="auto"/>
        <p:txBody>
          <a:bodyPr/>
          <a:lstStyle/>
          <a:p>
            <a:pPr>
              <a:defRPr/>
            </a:pPr>
            <a:fld id="{25CEB760-B22B-4B14-BA5A-484B61517082}"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3197CB6-560E-CF40-7B26-68465BA72E71}"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1CE40E2-4161-D861-ED19-BCCD7333EE46}"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FD17D74-3DF8-17AD-AFAA-F4A5510E2A2E}"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jp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jp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5.png"/><Relationship Id="rId16" Type="http://schemas.openxmlformats.org/officeDocument/2006/relationships/image" Target="../media/image16.png"/><Relationship Id="rId17" Type="http://schemas.openxmlformats.org/officeDocument/2006/relationships/image" Target="../media/image17.png"/><Relationship Id="rId18" Type="http://schemas.openxmlformats.org/officeDocument/2006/relationships/image" Target="../media/image18.png"/><Relationship Id="rId19" Type="http://schemas.openxmlformats.org/officeDocument/2006/relationships/image" Target="../media/image19.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711671512" name="Title 1"/>
          <p:cNvSpPr>
            <a:spLocks noGrp="1"/>
          </p:cNvSpPr>
          <p:nvPr>
            <p:ph type="ctrTitle" hasCustomPrompt="1"/>
          </p:nvPr>
        </p:nvSpPr>
        <p:spPr bwMode="auto">
          <a:xfrm>
            <a:off x="370111" y="1600200"/>
            <a:ext cx="11451772" cy="1447800"/>
          </a:xfrm>
        </p:spPr>
        <p:txBody>
          <a:bodyPr anchor="b">
            <a:normAutofit/>
          </a:bodyPr>
          <a:lstStyle>
            <a:lvl1pPr algn="l">
              <a:defRPr sz="4800" b="0" cap="all">
                <a:latin typeface="Arial"/>
                <a:cs typeface="Arial"/>
              </a:defRPr>
            </a:lvl1pPr>
          </a:lstStyle>
          <a:p>
            <a:pPr>
              <a:defRPr/>
            </a:pPr>
            <a:r>
              <a:rPr lang="en-US"/>
              <a:t>CLICK TO EDIT TITLE</a:t>
            </a:r>
            <a:endParaRPr lang="de-DE"/>
          </a:p>
        </p:txBody>
      </p:sp>
      <p:sp>
        <p:nvSpPr>
          <p:cNvPr id="66411595" name="Subtitle 2"/>
          <p:cNvSpPr>
            <a:spLocks noGrp="1"/>
          </p:cNvSpPr>
          <p:nvPr>
            <p:ph type="subTitle" idx="1" hasCustomPrompt="1"/>
          </p:nvPr>
        </p:nvSpPr>
        <p:spPr bwMode="auto">
          <a:xfrm>
            <a:off x="370110" y="3048000"/>
            <a:ext cx="11451769" cy="762001"/>
          </a:xfrm>
        </p:spPr>
        <p:txBody>
          <a:bodyPr>
            <a:normAutofit/>
          </a:bodyPr>
          <a:lstStyle>
            <a:lvl1pPr marL="0" indent="0" algn="l">
              <a:buNone/>
              <a:defRPr sz="3200">
                <a:solidFill>
                  <a:schemeClr val="tx1">
                    <a:lumMod val="50000"/>
                    <a:lumOff val="50000"/>
                  </a:schemeClr>
                </a:solidFill>
                <a:latin typeface="Arial"/>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Presenter (ORG), Event, Location, Date, etc.</a:t>
            </a:r>
            <a:endParaRPr lang="de-DE"/>
          </a:p>
        </p:txBody>
      </p:sp>
      <p:pic>
        <p:nvPicPr>
          <p:cNvPr id="467279644" name="Picture 6" descr="Background pattern&#10;&#10;Description automatically generated"/>
          <p:cNvPicPr>
            <a:picLocks noChangeAspect="1"/>
          </p:cNvPicPr>
          <p:nvPr userDrawn="1"/>
        </p:nvPicPr>
        <p:blipFill>
          <a:blip r:embed="rId2"/>
          <a:stretch/>
        </p:blipFill>
        <p:spPr bwMode="auto">
          <a:xfrm>
            <a:off x="370111" y="520200"/>
            <a:ext cx="1619314" cy="1080000"/>
          </a:xfrm>
          <a:prstGeom prst="rect">
            <a:avLst/>
          </a:prstGeom>
        </p:spPr>
      </p:pic>
      <p:sp>
        <p:nvSpPr>
          <p:cNvPr id="1965934506" name="Rectangle 7"/>
          <p:cNvSpPr/>
          <p:nvPr userDrawn="1"/>
        </p:nvSpPr>
        <p:spPr bwMode="auto">
          <a:xfrm>
            <a:off x="370111" y="6295344"/>
            <a:ext cx="11451770" cy="45719"/>
          </a:xfrm>
          <a:prstGeom prst="rect">
            <a:avLst/>
          </a:prstGeom>
          <a:solidFill>
            <a:srgbClr val="2430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pic>
        <p:nvPicPr>
          <p:cNvPr id="1962135587" name="Picture 13" descr="A black background with red text&#10;&#10;Description automatically generated"/>
          <p:cNvPicPr>
            <a:picLocks noChangeAspect="1"/>
          </p:cNvPicPr>
          <p:nvPr userDrawn="1"/>
        </p:nvPicPr>
        <p:blipFill>
          <a:blip r:embed="rId3"/>
          <a:stretch/>
        </p:blipFill>
        <p:spPr bwMode="auto">
          <a:xfrm>
            <a:off x="223418" y="4624216"/>
            <a:ext cx="2218429" cy="778361"/>
          </a:xfrm>
          <a:prstGeom prst="rect">
            <a:avLst/>
          </a:prstGeom>
        </p:spPr>
      </p:pic>
      <p:pic>
        <p:nvPicPr>
          <p:cNvPr id="677523771" name="Picture 19" descr="A blue letter and a black background&#10;&#10;Description automatically generated"/>
          <p:cNvPicPr>
            <a:picLocks noChangeAspect="1"/>
          </p:cNvPicPr>
          <p:nvPr userDrawn="1"/>
        </p:nvPicPr>
        <p:blipFill>
          <a:blip r:embed="rId4"/>
          <a:stretch/>
        </p:blipFill>
        <p:spPr bwMode="auto">
          <a:xfrm>
            <a:off x="2389297" y="4818227"/>
            <a:ext cx="1683988" cy="303656"/>
          </a:xfrm>
          <a:prstGeom prst="rect">
            <a:avLst/>
          </a:prstGeom>
        </p:spPr>
      </p:pic>
      <p:pic>
        <p:nvPicPr>
          <p:cNvPr id="1109193063" name="Picture 22" descr="Blue letters on a black background&#10;&#10;Description automatically generated"/>
          <p:cNvPicPr>
            <a:picLocks noChangeAspect="1"/>
          </p:cNvPicPr>
          <p:nvPr userDrawn="1"/>
        </p:nvPicPr>
        <p:blipFill>
          <a:blip r:embed="rId5"/>
          <a:stretch/>
        </p:blipFill>
        <p:spPr bwMode="auto">
          <a:xfrm>
            <a:off x="4251508" y="4643272"/>
            <a:ext cx="1322112" cy="608693"/>
          </a:xfrm>
          <a:prstGeom prst="rect">
            <a:avLst/>
          </a:prstGeom>
        </p:spPr>
      </p:pic>
      <p:pic>
        <p:nvPicPr>
          <p:cNvPr id="504902711" name="Picture 24" descr="A red and black logo&#10;&#10;Description automatically generated"/>
          <p:cNvPicPr>
            <a:picLocks noChangeAspect="1"/>
          </p:cNvPicPr>
          <p:nvPr userDrawn="1"/>
        </p:nvPicPr>
        <p:blipFill>
          <a:blip r:embed="rId6"/>
          <a:stretch/>
        </p:blipFill>
        <p:spPr bwMode="auto">
          <a:xfrm>
            <a:off x="2729113" y="5289330"/>
            <a:ext cx="1301356" cy="907314"/>
          </a:xfrm>
          <a:prstGeom prst="rect">
            <a:avLst/>
          </a:prstGeom>
        </p:spPr>
      </p:pic>
      <p:pic>
        <p:nvPicPr>
          <p:cNvPr id="1446530712" name="Picture 26" descr="A black and orange logo&#10;&#10;Description automatically generated"/>
          <p:cNvPicPr>
            <a:picLocks noChangeAspect="1"/>
          </p:cNvPicPr>
          <p:nvPr userDrawn="1"/>
        </p:nvPicPr>
        <p:blipFill>
          <a:blip r:embed="rId7"/>
          <a:stretch/>
        </p:blipFill>
        <p:spPr bwMode="auto">
          <a:xfrm>
            <a:off x="3780984" y="5701604"/>
            <a:ext cx="2732690" cy="526043"/>
          </a:xfrm>
          <a:prstGeom prst="rect">
            <a:avLst/>
          </a:prstGeom>
        </p:spPr>
      </p:pic>
      <p:pic>
        <p:nvPicPr>
          <p:cNvPr id="1895162887" name="Picture 17" descr="A black background with purple and pink letters&#10;&#10;Description automatically generated"/>
          <p:cNvPicPr>
            <a:picLocks noChangeAspect="1"/>
          </p:cNvPicPr>
          <p:nvPr userDrawn="1"/>
        </p:nvPicPr>
        <p:blipFill>
          <a:blip r:embed="rId8"/>
          <a:stretch/>
        </p:blipFill>
        <p:spPr bwMode="auto">
          <a:xfrm>
            <a:off x="3593195" y="4863516"/>
            <a:ext cx="2368116" cy="1052496"/>
          </a:xfrm>
          <a:prstGeom prst="rect">
            <a:avLst/>
          </a:prstGeom>
        </p:spPr>
      </p:pic>
      <p:pic>
        <p:nvPicPr>
          <p:cNvPr id="419627433" name="Picture 28" descr="A logo with green and blue text&#10;&#10;Description automatically generated"/>
          <p:cNvPicPr>
            <a:picLocks noChangeAspect="1"/>
          </p:cNvPicPr>
          <p:nvPr userDrawn="1"/>
        </p:nvPicPr>
        <p:blipFill>
          <a:blip r:embed="rId9"/>
          <a:stretch/>
        </p:blipFill>
        <p:spPr bwMode="auto">
          <a:xfrm>
            <a:off x="10923635" y="5379002"/>
            <a:ext cx="900570" cy="900570"/>
          </a:xfrm>
          <a:prstGeom prst="rect">
            <a:avLst/>
          </a:prstGeom>
        </p:spPr>
      </p:pic>
      <p:pic>
        <p:nvPicPr>
          <p:cNvPr id="1700743212" name="Picture 15" descr="A blue and black logo&#10;&#10;Description automatically generated"/>
          <p:cNvPicPr>
            <a:picLocks noChangeAspect="1"/>
          </p:cNvPicPr>
          <p:nvPr userDrawn="1"/>
        </p:nvPicPr>
        <p:blipFill>
          <a:blip r:embed="rId10"/>
          <a:stretch/>
        </p:blipFill>
        <p:spPr bwMode="auto">
          <a:xfrm>
            <a:off x="6539367" y="5451076"/>
            <a:ext cx="2653526" cy="982868"/>
          </a:xfrm>
          <a:prstGeom prst="rect">
            <a:avLst/>
          </a:prstGeom>
        </p:spPr>
      </p:pic>
      <p:pic>
        <p:nvPicPr>
          <p:cNvPr id="1847998782" name="Picture 30" descr="A black background with blue and white text&#10;&#10;Description automatically generated"/>
          <p:cNvPicPr>
            <a:picLocks noChangeAspect="1"/>
          </p:cNvPicPr>
          <p:nvPr userDrawn="1"/>
        </p:nvPicPr>
        <p:blipFill>
          <a:blip r:embed="rId11"/>
          <a:stretch/>
        </p:blipFill>
        <p:spPr bwMode="auto">
          <a:xfrm>
            <a:off x="284504" y="5066638"/>
            <a:ext cx="2357051" cy="884622"/>
          </a:xfrm>
          <a:prstGeom prst="rect">
            <a:avLst/>
          </a:prstGeom>
        </p:spPr>
      </p:pic>
      <p:pic>
        <p:nvPicPr>
          <p:cNvPr id="212872998" name="Picture 32" descr="A blue and white sign with white text&#10;&#10;Description automatically generated"/>
          <p:cNvPicPr>
            <a:picLocks noChangeAspect="1"/>
          </p:cNvPicPr>
          <p:nvPr userDrawn="1"/>
        </p:nvPicPr>
        <p:blipFill>
          <a:blip r:embed="rId12"/>
          <a:stretch/>
        </p:blipFill>
        <p:spPr bwMode="auto">
          <a:xfrm>
            <a:off x="6318938" y="5187182"/>
            <a:ext cx="1274640" cy="482892"/>
          </a:xfrm>
          <a:prstGeom prst="rect">
            <a:avLst/>
          </a:prstGeom>
        </p:spPr>
      </p:pic>
      <p:pic>
        <p:nvPicPr>
          <p:cNvPr id="1971760832" name="Picture 34" descr="A black letter t&#10;&#10;Description automatically generated"/>
          <p:cNvPicPr>
            <a:picLocks noChangeAspect="1"/>
          </p:cNvPicPr>
          <p:nvPr userDrawn="1"/>
        </p:nvPicPr>
        <p:blipFill>
          <a:blip r:embed="rId13"/>
          <a:stretch/>
        </p:blipFill>
        <p:spPr bwMode="auto">
          <a:xfrm>
            <a:off x="499424" y="5846773"/>
            <a:ext cx="1784083" cy="338562"/>
          </a:xfrm>
          <a:prstGeom prst="rect">
            <a:avLst/>
          </a:prstGeom>
        </p:spPr>
      </p:pic>
      <p:pic>
        <p:nvPicPr>
          <p:cNvPr id="425303454" name="Picture 36" descr="A red and black logo&#10;&#10;Description automatically generated"/>
          <p:cNvPicPr>
            <a:picLocks noChangeAspect="1"/>
          </p:cNvPicPr>
          <p:nvPr userDrawn="1"/>
        </p:nvPicPr>
        <p:blipFill>
          <a:blip r:embed="rId14"/>
          <a:stretch/>
        </p:blipFill>
        <p:spPr bwMode="auto">
          <a:xfrm>
            <a:off x="7355188" y="4709719"/>
            <a:ext cx="2562266" cy="452568"/>
          </a:xfrm>
          <a:prstGeom prst="rect">
            <a:avLst/>
          </a:prstGeom>
        </p:spPr>
      </p:pic>
      <p:pic>
        <p:nvPicPr>
          <p:cNvPr id="892394828" name="Picture 38" descr="A blue text on a black background&#10;&#10;Description automatically generated"/>
          <p:cNvPicPr>
            <a:picLocks noChangeAspect="1"/>
          </p:cNvPicPr>
          <p:nvPr userDrawn="1"/>
        </p:nvPicPr>
        <p:blipFill>
          <a:blip r:embed="rId15"/>
          <a:stretch/>
        </p:blipFill>
        <p:spPr bwMode="auto">
          <a:xfrm>
            <a:off x="5271261" y="4318306"/>
            <a:ext cx="2243563" cy="1154225"/>
          </a:xfrm>
          <a:prstGeom prst="rect">
            <a:avLst/>
          </a:prstGeom>
        </p:spPr>
      </p:pic>
      <p:pic>
        <p:nvPicPr>
          <p:cNvPr id="2038063902" name="Picture 40" descr="A red and black logo&#10;&#10;Description automatically generated"/>
          <p:cNvPicPr>
            <a:picLocks noChangeAspect="1"/>
          </p:cNvPicPr>
          <p:nvPr userDrawn="1"/>
        </p:nvPicPr>
        <p:blipFill>
          <a:blip r:embed="rId16"/>
          <a:stretch/>
        </p:blipFill>
        <p:spPr bwMode="auto">
          <a:xfrm>
            <a:off x="9118747" y="5603101"/>
            <a:ext cx="1654356" cy="594770"/>
          </a:xfrm>
          <a:prstGeom prst="rect">
            <a:avLst/>
          </a:prstGeom>
        </p:spPr>
      </p:pic>
      <p:pic>
        <p:nvPicPr>
          <p:cNvPr id="924547081" name="Picture 42" descr="A black and blue logo&#10;&#10;Description automatically generated"/>
          <p:cNvPicPr>
            <a:picLocks noChangeAspect="1"/>
          </p:cNvPicPr>
          <p:nvPr userDrawn="1"/>
        </p:nvPicPr>
        <p:blipFill>
          <a:blip r:embed="rId17"/>
          <a:stretch/>
        </p:blipFill>
        <p:spPr bwMode="auto">
          <a:xfrm>
            <a:off x="7995800" y="4910202"/>
            <a:ext cx="1920525" cy="960263"/>
          </a:xfrm>
          <a:prstGeom prst="rect">
            <a:avLst/>
          </a:prstGeom>
        </p:spPr>
      </p:pic>
      <p:pic>
        <p:nvPicPr>
          <p:cNvPr id="1178116973" name="3 - Εικόνα" descr="8BELLS_LOGO_RGB_MODE.png"/>
          <p:cNvPicPr>
            <a:picLocks noChangeAspect="1"/>
          </p:cNvPicPr>
          <p:nvPr userDrawn="1"/>
        </p:nvPicPr>
        <p:blipFill>
          <a:blip r:embed="rId18"/>
          <a:stretch/>
        </p:blipFill>
        <p:spPr bwMode="auto">
          <a:xfrm>
            <a:off x="10076117" y="4662781"/>
            <a:ext cx="847517" cy="1017019"/>
          </a:xfrm>
          <a:prstGeom prst="rect">
            <a:avLst/>
          </a:prstGeom>
        </p:spPr>
      </p:pic>
      <p:pic>
        <p:nvPicPr>
          <p:cNvPr id="1313895391" name="Picture 45" descr="A blue and orange text on a black background&#10;&#10;Description automatically generated"/>
          <p:cNvPicPr>
            <a:picLocks noChangeAspect="1"/>
          </p:cNvPicPr>
          <p:nvPr userDrawn="1"/>
        </p:nvPicPr>
        <p:blipFill>
          <a:blip r:embed="rId19"/>
          <a:stretch/>
        </p:blipFill>
        <p:spPr bwMode="auto">
          <a:xfrm>
            <a:off x="11017793" y="4714477"/>
            <a:ext cx="709929" cy="649273"/>
          </a:xfrm>
          <a:prstGeom prst="rect">
            <a:avLst/>
          </a:prstGeom>
        </p:spPr>
      </p:pic>
      <p:sp>
        <p:nvSpPr>
          <p:cNvPr id="1426238370" name="Rectangle 46"/>
          <p:cNvSpPr/>
          <p:nvPr userDrawn="1"/>
        </p:nvSpPr>
        <p:spPr bwMode="auto">
          <a:xfrm>
            <a:off x="370111" y="4600275"/>
            <a:ext cx="11451770" cy="61006"/>
          </a:xfrm>
          <a:prstGeom prst="rect">
            <a:avLst/>
          </a:prstGeom>
          <a:solidFill>
            <a:srgbClr val="2430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465379219" name="Title 1"/>
          <p:cNvSpPr>
            <a:spLocks noGrp="1"/>
          </p:cNvSpPr>
          <p:nvPr>
            <p:ph type="title" hasCustomPrompt="1"/>
          </p:nvPr>
        </p:nvSpPr>
        <p:spPr bwMode="auto"/>
        <p:txBody>
          <a:bodyPr/>
          <a:lstStyle>
            <a:lvl1pPr>
              <a:defRPr/>
            </a:lvl1pPr>
          </a:lstStyle>
          <a:p>
            <a:pPr>
              <a:defRPr/>
            </a:pPr>
            <a:r>
              <a:rPr lang="en-US"/>
              <a:t>CLICK TO EDIT TITLE</a:t>
            </a:r>
            <a:endParaRPr lang="de-DE"/>
          </a:p>
        </p:txBody>
      </p:sp>
      <p:sp>
        <p:nvSpPr>
          <p:cNvPr id="1949541722" name="Content Placeholder 2"/>
          <p:cNvSpPr>
            <a:spLocks noGrp="1"/>
          </p:cNvSpPr>
          <p:nvPr>
            <p:ph idx="1"/>
          </p:nvPr>
        </p:nvSpPr>
        <p:spPr bwMode="auto"/>
        <p:txBody>
          <a:bodyPr/>
          <a:lstStyle>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de-DE"/>
          </a:p>
        </p:txBody>
      </p:sp>
      <p:sp>
        <p:nvSpPr>
          <p:cNvPr id="1360405118" name="Date Placeholder 3"/>
          <p:cNvSpPr>
            <a:spLocks noGrp="1"/>
          </p:cNvSpPr>
          <p:nvPr>
            <p:ph type="dt" sz="half" idx="10"/>
          </p:nvPr>
        </p:nvSpPr>
        <p:spPr bwMode="auto"/>
        <p:txBody>
          <a:bodyPr/>
          <a:lstStyle/>
          <a:p>
            <a:pPr>
              <a:defRPr/>
            </a:pPr>
            <a:r>
              <a:rPr lang="en-US"/>
              <a:t>28-08-2025</a:t>
            </a:r>
            <a:endParaRPr lang="de-DE"/>
          </a:p>
        </p:txBody>
      </p:sp>
      <p:sp>
        <p:nvSpPr>
          <p:cNvPr id="1280731260" name="Footer Placeholder 4"/>
          <p:cNvSpPr>
            <a:spLocks noGrp="1"/>
          </p:cNvSpPr>
          <p:nvPr>
            <p:ph type="ftr" sz="quarter" idx="11"/>
          </p:nvPr>
        </p:nvSpPr>
        <p:spPr bwMode="auto"/>
        <p:txBody>
          <a:bodyPr/>
          <a:lstStyle/>
          <a:p>
            <a:pPr>
              <a:defRPr/>
            </a:pPr>
            <a:endParaRPr lang="de-DE"/>
          </a:p>
        </p:txBody>
      </p:sp>
      <p:sp>
        <p:nvSpPr>
          <p:cNvPr id="2088793739" name="Slide Number Placeholder 5"/>
          <p:cNvSpPr>
            <a:spLocks noGrp="1"/>
          </p:cNvSpPr>
          <p:nvPr>
            <p:ph type="sldNum" sz="quarter" idx="12"/>
          </p:nvPr>
        </p:nvSpPr>
        <p:spPr bwMode="auto"/>
        <p:txBody>
          <a:bodyPr/>
          <a:lstStyle>
            <a:lvl1pPr>
              <a:defRPr/>
            </a:lvl1pPr>
          </a:lstStyle>
          <a:p>
            <a:pPr>
              <a:defRPr/>
            </a:pPr>
            <a:fld id="{D022263E-7A51-4C1D-AD47-5C3A7D00C5FE}" type="slidenum">
              <a:rPr lang="de-DE"/>
              <a:t>‹#›</a:t>
            </a:fld>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848718719" name="Title 1"/>
          <p:cNvSpPr>
            <a:spLocks noGrp="1"/>
          </p:cNvSpPr>
          <p:nvPr>
            <p:ph type="title" hasCustomPrompt="1"/>
          </p:nvPr>
        </p:nvSpPr>
        <p:spPr bwMode="auto">
          <a:xfrm>
            <a:off x="831850" y="1709738"/>
            <a:ext cx="10515600" cy="2852737"/>
          </a:xfrm>
        </p:spPr>
        <p:txBody>
          <a:bodyPr anchor="b">
            <a:normAutofit/>
          </a:bodyPr>
          <a:lstStyle>
            <a:lvl1pPr>
              <a:defRPr sz="4800"/>
            </a:lvl1pPr>
          </a:lstStyle>
          <a:p>
            <a:pPr>
              <a:defRPr/>
            </a:pPr>
            <a:r>
              <a:rPr lang="en-US"/>
              <a:t>CLICK TO EDIT TITLE</a:t>
            </a:r>
            <a:endParaRPr lang="de-DE"/>
          </a:p>
        </p:txBody>
      </p:sp>
      <p:sp>
        <p:nvSpPr>
          <p:cNvPr id="523132524" name="Text Placeholder 2"/>
          <p:cNvSpPr>
            <a:spLocks noGrp="1"/>
          </p:cNvSpPr>
          <p:nvPr>
            <p:ph type="body" idx="1" hasCustomPrompt="1"/>
          </p:nvPr>
        </p:nvSpPr>
        <p:spPr bwMode="auto">
          <a:xfrm>
            <a:off x="831850" y="4589463"/>
            <a:ext cx="10515600" cy="1500187"/>
          </a:xfrm>
        </p:spPr>
        <p:txBody>
          <a:bodyPr>
            <a:normAutofit/>
          </a:bodyPr>
          <a:lstStyle>
            <a:lvl1pPr marL="0" indent="0">
              <a:buNone/>
              <a:defRPr sz="3200">
                <a:solidFill>
                  <a:schemeClr val="tx1">
                    <a:lumMod val="50000"/>
                    <a:lumOff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text</a:t>
            </a:r>
            <a:endParaRPr/>
          </a:p>
        </p:txBody>
      </p:sp>
      <p:sp>
        <p:nvSpPr>
          <p:cNvPr id="1600451803" name="Date Placeholder 3"/>
          <p:cNvSpPr>
            <a:spLocks noGrp="1"/>
          </p:cNvSpPr>
          <p:nvPr>
            <p:ph type="dt" sz="half" idx="10"/>
          </p:nvPr>
        </p:nvSpPr>
        <p:spPr bwMode="auto"/>
        <p:txBody>
          <a:bodyPr/>
          <a:lstStyle/>
          <a:p>
            <a:pPr>
              <a:defRPr/>
            </a:pPr>
            <a:r>
              <a:rPr lang="en-US"/>
              <a:t>28-08-2025</a:t>
            </a:r>
            <a:endParaRPr lang="de-DE"/>
          </a:p>
        </p:txBody>
      </p:sp>
      <p:sp>
        <p:nvSpPr>
          <p:cNvPr id="940751162" name="Footer Placeholder 4"/>
          <p:cNvSpPr>
            <a:spLocks noGrp="1"/>
          </p:cNvSpPr>
          <p:nvPr>
            <p:ph type="ftr" sz="quarter" idx="11"/>
          </p:nvPr>
        </p:nvSpPr>
        <p:spPr bwMode="auto"/>
        <p:txBody>
          <a:bodyPr/>
          <a:lstStyle/>
          <a:p>
            <a:pPr>
              <a:defRPr/>
            </a:pPr>
            <a:endParaRPr lang="de-DE"/>
          </a:p>
        </p:txBody>
      </p:sp>
      <p:sp>
        <p:nvSpPr>
          <p:cNvPr id="1696337233" name="Slide Number Placeholder 5"/>
          <p:cNvSpPr>
            <a:spLocks noGrp="1"/>
          </p:cNvSpPr>
          <p:nvPr>
            <p:ph type="sldNum" sz="quarter" idx="12"/>
          </p:nvPr>
        </p:nvSpPr>
        <p:spPr bwMode="auto"/>
        <p:txBody>
          <a:bodyPr/>
          <a:lstStyle/>
          <a:p>
            <a:pPr>
              <a:defRPr/>
            </a:pPr>
            <a:fld id="{C2DE25FF-7BD2-49F0-A218-D40496836970}" type="slidenum">
              <a:rPr lang="de-DE"/>
              <a:t>‹#›</a:t>
            </a:fld>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610861117" name="Title 1"/>
          <p:cNvSpPr>
            <a:spLocks noGrp="1"/>
          </p:cNvSpPr>
          <p:nvPr>
            <p:ph type="title" hasCustomPrompt="1"/>
          </p:nvPr>
        </p:nvSpPr>
        <p:spPr bwMode="auto"/>
        <p:txBody>
          <a:bodyPr/>
          <a:lstStyle/>
          <a:p>
            <a:pPr>
              <a:defRPr/>
            </a:pPr>
            <a:r>
              <a:rPr lang="en-US"/>
              <a:t>CLICK TO EDIT TITLE</a:t>
            </a:r>
            <a:endParaRPr lang="de-DE"/>
          </a:p>
        </p:txBody>
      </p:sp>
      <p:sp>
        <p:nvSpPr>
          <p:cNvPr id="514201569"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de-DE"/>
          </a:p>
        </p:txBody>
      </p:sp>
      <p:sp>
        <p:nvSpPr>
          <p:cNvPr id="587128529"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de-DE"/>
          </a:p>
        </p:txBody>
      </p:sp>
      <p:sp>
        <p:nvSpPr>
          <p:cNvPr id="443645006" name="Date Placeholder 4"/>
          <p:cNvSpPr>
            <a:spLocks noGrp="1"/>
          </p:cNvSpPr>
          <p:nvPr>
            <p:ph type="dt" sz="half" idx="10"/>
          </p:nvPr>
        </p:nvSpPr>
        <p:spPr bwMode="auto"/>
        <p:txBody>
          <a:bodyPr/>
          <a:lstStyle/>
          <a:p>
            <a:pPr>
              <a:defRPr/>
            </a:pPr>
            <a:r>
              <a:rPr lang="en-US"/>
              <a:t>28-08-2025</a:t>
            </a:r>
            <a:endParaRPr lang="de-DE"/>
          </a:p>
        </p:txBody>
      </p:sp>
      <p:sp>
        <p:nvSpPr>
          <p:cNvPr id="794184239" name="Footer Placeholder 5"/>
          <p:cNvSpPr>
            <a:spLocks noGrp="1"/>
          </p:cNvSpPr>
          <p:nvPr>
            <p:ph type="ftr" sz="quarter" idx="11"/>
          </p:nvPr>
        </p:nvSpPr>
        <p:spPr bwMode="auto"/>
        <p:txBody>
          <a:bodyPr/>
          <a:lstStyle/>
          <a:p>
            <a:pPr>
              <a:defRPr/>
            </a:pPr>
            <a:endParaRPr lang="de-DE"/>
          </a:p>
        </p:txBody>
      </p:sp>
      <p:sp>
        <p:nvSpPr>
          <p:cNvPr id="584382677" name="Slide Number Placeholder 6"/>
          <p:cNvSpPr>
            <a:spLocks noGrp="1"/>
          </p:cNvSpPr>
          <p:nvPr>
            <p:ph type="sldNum" sz="quarter" idx="12"/>
          </p:nvPr>
        </p:nvSpPr>
        <p:spPr bwMode="auto"/>
        <p:txBody>
          <a:bodyPr/>
          <a:lstStyle/>
          <a:p>
            <a:pPr>
              <a:defRPr/>
            </a:pPr>
            <a:fld id="{C2DE25FF-7BD2-49F0-A218-D40496836970}" type="slidenum">
              <a:rPr lang="de-DE"/>
              <a:t>‹#›</a:t>
            </a:fld>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372511240" name="Title 1"/>
          <p:cNvSpPr>
            <a:spLocks noGrp="1"/>
          </p:cNvSpPr>
          <p:nvPr>
            <p:ph type="title" hasCustomPrompt="1"/>
          </p:nvPr>
        </p:nvSpPr>
        <p:spPr bwMode="auto"/>
        <p:txBody>
          <a:bodyPr/>
          <a:lstStyle/>
          <a:p>
            <a:pPr>
              <a:defRPr/>
            </a:pPr>
            <a:r>
              <a:rPr lang="en-US"/>
              <a:t>CLICK TO EDIT TITLE</a:t>
            </a:r>
            <a:endParaRPr lang="de-DE"/>
          </a:p>
        </p:txBody>
      </p:sp>
      <p:sp>
        <p:nvSpPr>
          <p:cNvPr id="1240916481" name="Date Placeholder 2"/>
          <p:cNvSpPr>
            <a:spLocks noGrp="1"/>
          </p:cNvSpPr>
          <p:nvPr>
            <p:ph type="dt" sz="half" idx="10"/>
          </p:nvPr>
        </p:nvSpPr>
        <p:spPr bwMode="auto"/>
        <p:txBody>
          <a:bodyPr/>
          <a:lstStyle/>
          <a:p>
            <a:pPr>
              <a:defRPr/>
            </a:pPr>
            <a:r>
              <a:rPr lang="en-US"/>
              <a:t>28-08-2025</a:t>
            </a:r>
            <a:endParaRPr lang="de-DE"/>
          </a:p>
        </p:txBody>
      </p:sp>
      <p:sp>
        <p:nvSpPr>
          <p:cNvPr id="1040157684" name="Footer Placeholder 3"/>
          <p:cNvSpPr>
            <a:spLocks noGrp="1"/>
          </p:cNvSpPr>
          <p:nvPr>
            <p:ph type="ftr" sz="quarter" idx="11"/>
          </p:nvPr>
        </p:nvSpPr>
        <p:spPr bwMode="auto"/>
        <p:txBody>
          <a:bodyPr/>
          <a:lstStyle/>
          <a:p>
            <a:pPr>
              <a:defRPr/>
            </a:pPr>
            <a:endParaRPr lang="de-DE"/>
          </a:p>
        </p:txBody>
      </p:sp>
      <p:sp>
        <p:nvSpPr>
          <p:cNvPr id="2099358924" name="Slide Number Placeholder 4"/>
          <p:cNvSpPr>
            <a:spLocks noGrp="1"/>
          </p:cNvSpPr>
          <p:nvPr>
            <p:ph type="sldNum" sz="quarter" idx="12"/>
          </p:nvPr>
        </p:nvSpPr>
        <p:spPr bwMode="auto"/>
        <p:txBody>
          <a:bodyPr/>
          <a:lstStyle/>
          <a:p>
            <a:pPr>
              <a:defRPr/>
            </a:pPr>
            <a:fld id="{C2DE25FF-7BD2-49F0-A218-D40496836970}" type="slidenum">
              <a:rPr lang="de-DE"/>
              <a:t>‹#›</a:t>
            </a:fld>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565500049" name="Date Placeholder 1"/>
          <p:cNvSpPr>
            <a:spLocks noGrp="1"/>
          </p:cNvSpPr>
          <p:nvPr>
            <p:ph type="dt" sz="half" idx="10"/>
          </p:nvPr>
        </p:nvSpPr>
        <p:spPr bwMode="auto"/>
        <p:txBody>
          <a:bodyPr/>
          <a:lstStyle/>
          <a:p>
            <a:pPr>
              <a:defRPr/>
            </a:pPr>
            <a:r>
              <a:rPr lang="en-US"/>
              <a:t>28-08-2025</a:t>
            </a:r>
            <a:endParaRPr lang="de-DE"/>
          </a:p>
        </p:txBody>
      </p:sp>
      <p:sp>
        <p:nvSpPr>
          <p:cNvPr id="1773097751" name="Footer Placeholder 2"/>
          <p:cNvSpPr>
            <a:spLocks noGrp="1"/>
          </p:cNvSpPr>
          <p:nvPr>
            <p:ph type="ftr" sz="quarter" idx="11"/>
          </p:nvPr>
        </p:nvSpPr>
        <p:spPr bwMode="auto"/>
        <p:txBody>
          <a:bodyPr/>
          <a:lstStyle/>
          <a:p>
            <a:pPr>
              <a:defRPr/>
            </a:pPr>
            <a:endParaRPr lang="de-DE"/>
          </a:p>
        </p:txBody>
      </p:sp>
      <p:sp>
        <p:nvSpPr>
          <p:cNvPr id="2081153631" name="Slide Number Placeholder 3"/>
          <p:cNvSpPr>
            <a:spLocks noGrp="1"/>
          </p:cNvSpPr>
          <p:nvPr>
            <p:ph type="sldNum" sz="quarter" idx="12"/>
          </p:nvPr>
        </p:nvSpPr>
        <p:spPr bwMode="auto"/>
        <p:txBody>
          <a:bodyPr/>
          <a:lstStyle/>
          <a:p>
            <a:pPr>
              <a:defRPr/>
            </a:pPr>
            <a:fld id="{C2DE25FF-7BD2-49F0-A218-D40496836970}" type="slidenum">
              <a:rPr lang="de-DE"/>
              <a:t>‹#›</a:t>
            </a:fld>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losure Slide">
    <p:spTree>
      <p:nvGrpSpPr>
        <p:cNvPr id="1" name=""/>
        <p:cNvGrpSpPr/>
        <p:nvPr/>
      </p:nvGrpSpPr>
      <p:grpSpPr bwMode="auto">
        <a:xfrm>
          <a:off x="0" y="0"/>
          <a:ext cx="0" cy="0"/>
          <a:chOff x="0" y="0"/>
          <a:chExt cx="0" cy="0"/>
        </a:xfrm>
      </p:grpSpPr>
      <p:sp>
        <p:nvSpPr>
          <p:cNvPr id="2084452910" name="Subtitle 2"/>
          <p:cNvSpPr>
            <a:spLocks noGrp="1"/>
          </p:cNvSpPr>
          <p:nvPr>
            <p:ph type="subTitle" idx="1" hasCustomPrompt="1"/>
          </p:nvPr>
        </p:nvSpPr>
        <p:spPr bwMode="auto">
          <a:xfrm>
            <a:off x="370111" y="2921877"/>
            <a:ext cx="9144000" cy="1175881"/>
          </a:xfrm>
        </p:spPr>
        <p:txBody>
          <a:bodyPr>
            <a:normAutofit/>
          </a:bodyPr>
          <a:lstStyle>
            <a:lvl1pPr marL="0" indent="0" algn="l">
              <a:buNone/>
              <a:defRPr sz="3200">
                <a:solidFill>
                  <a:schemeClr val="tx1">
                    <a:lumMod val="50000"/>
                    <a:lumOff val="50000"/>
                  </a:schemeClr>
                </a:solidFill>
                <a:latin typeface="Arial"/>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Presenter &amp; Contact Details</a:t>
            </a:r>
            <a:endParaRPr lang="de-DE"/>
          </a:p>
        </p:txBody>
      </p:sp>
      <p:sp>
        <p:nvSpPr>
          <p:cNvPr id="1894090926" name="Date Placeholder 3"/>
          <p:cNvSpPr>
            <a:spLocks noGrp="1"/>
          </p:cNvSpPr>
          <p:nvPr>
            <p:ph type="dt" sz="half" idx="10"/>
          </p:nvPr>
        </p:nvSpPr>
        <p:spPr bwMode="auto"/>
        <p:txBody>
          <a:bodyPr/>
          <a:lstStyle/>
          <a:p>
            <a:pPr>
              <a:defRPr/>
            </a:pPr>
            <a:r>
              <a:rPr lang="en-US"/>
              <a:t>28-08-2025</a:t>
            </a:r>
            <a:endParaRPr lang="de-DE"/>
          </a:p>
        </p:txBody>
      </p:sp>
      <p:sp>
        <p:nvSpPr>
          <p:cNvPr id="2099984857" name="Footer Placeholder 4"/>
          <p:cNvSpPr>
            <a:spLocks noGrp="1"/>
          </p:cNvSpPr>
          <p:nvPr>
            <p:ph type="ftr" sz="quarter" idx="11"/>
          </p:nvPr>
        </p:nvSpPr>
        <p:spPr bwMode="auto"/>
        <p:txBody>
          <a:bodyPr/>
          <a:lstStyle/>
          <a:p>
            <a:pPr>
              <a:defRPr/>
            </a:pPr>
            <a:endParaRPr lang="de-DE"/>
          </a:p>
        </p:txBody>
      </p:sp>
      <p:sp>
        <p:nvSpPr>
          <p:cNvPr id="1331160108" name="Slide Number Placeholder 5"/>
          <p:cNvSpPr>
            <a:spLocks noGrp="1"/>
          </p:cNvSpPr>
          <p:nvPr>
            <p:ph type="sldNum" sz="quarter" idx="12"/>
          </p:nvPr>
        </p:nvSpPr>
        <p:spPr bwMode="auto"/>
        <p:txBody>
          <a:bodyPr/>
          <a:lstStyle/>
          <a:p>
            <a:pPr>
              <a:defRPr/>
            </a:pPr>
            <a:fld id="{C2DE25FF-7BD2-49F0-A218-D40496836970}" type="slidenum">
              <a:rPr lang="de-DE"/>
              <a:t>‹#›</a:t>
            </a:fld>
            <a:endParaRPr lang="de-DE"/>
          </a:p>
        </p:txBody>
      </p:sp>
      <p:pic>
        <p:nvPicPr>
          <p:cNvPr id="884209981" name="Picture 6" descr="Background pattern&#10;&#10;Description automatically generated"/>
          <p:cNvPicPr>
            <a:picLocks noChangeAspect="1"/>
          </p:cNvPicPr>
          <p:nvPr userDrawn="1"/>
        </p:nvPicPr>
        <p:blipFill>
          <a:blip r:embed="rId2"/>
          <a:stretch/>
        </p:blipFill>
        <p:spPr bwMode="auto">
          <a:xfrm>
            <a:off x="370111" y="520200"/>
            <a:ext cx="1619314" cy="1080000"/>
          </a:xfrm>
          <a:prstGeom prst="rect">
            <a:avLst/>
          </a:prstGeom>
        </p:spPr>
      </p:pic>
      <p:sp>
        <p:nvSpPr>
          <p:cNvPr id="907922839" name="Rectangle 7"/>
          <p:cNvSpPr/>
          <p:nvPr userDrawn="1"/>
        </p:nvSpPr>
        <p:spPr bwMode="auto">
          <a:xfrm>
            <a:off x="370111" y="6295344"/>
            <a:ext cx="11451770" cy="61006"/>
          </a:xfrm>
          <a:prstGeom prst="rect">
            <a:avLst/>
          </a:prstGeom>
          <a:solidFill>
            <a:srgbClr val="2430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1846961302" name="Rectangle 8"/>
          <p:cNvSpPr/>
          <p:nvPr userDrawn="1"/>
        </p:nvSpPr>
        <p:spPr bwMode="auto">
          <a:xfrm>
            <a:off x="370111" y="4589006"/>
            <a:ext cx="11451770" cy="61006"/>
          </a:xfrm>
          <a:prstGeom prst="rect">
            <a:avLst/>
          </a:prstGeom>
          <a:solidFill>
            <a:srgbClr val="2430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71256593" name="TextBox 9"/>
          <p:cNvSpPr txBox="1"/>
          <p:nvPr userDrawn="1"/>
        </p:nvSpPr>
        <p:spPr bwMode="auto">
          <a:xfrm>
            <a:off x="2018958" y="4855168"/>
            <a:ext cx="8154075" cy="1077218"/>
          </a:xfrm>
          <a:prstGeom prst="rect">
            <a:avLst/>
          </a:prstGeom>
          <a:noFill/>
        </p:spPr>
        <p:txBody>
          <a:bodyPr wrap="square" rtlCol="0">
            <a:spAutoFit/>
          </a:bodyPr>
          <a:lstStyle/>
          <a:p>
            <a:pPr algn="ctr">
              <a:defRPr/>
            </a:pPr>
            <a:r>
              <a:rPr lang="en-US" sz="1600" b="0">
                <a:latin typeface="Arial"/>
                <a:cs typeface="Arial"/>
              </a:rPr>
              <a:t>The project has received funding from the European Union - European Defence Fund (EDF) under GA no. </a:t>
            </a:r>
            <a:r>
              <a:rPr lang="de-DE" sz="1600" b="0" i="0" u="none" strike="noStrike">
                <a:latin typeface="Arial"/>
                <a:cs typeface="Arial"/>
              </a:rPr>
              <a:t>101121403</a:t>
            </a:r>
            <a:r>
              <a:rPr lang="en-US" sz="1600" b="0">
                <a:latin typeface="Arial"/>
                <a:cs typeface="Arial"/>
              </a:rPr>
              <a:t> (NEWSROOM). Views and opinions expressed are however those of the author(s) only and do not necessarily reflect those of the European Union. The European Union cannot be held responsible for them.</a:t>
            </a:r>
            <a:endParaRPr lang="de-DE" sz="1600" b="0">
              <a:latin typeface="Arial"/>
              <a:cs typeface="Arial"/>
            </a:endParaRPr>
          </a:p>
        </p:txBody>
      </p:sp>
      <p:sp>
        <p:nvSpPr>
          <p:cNvPr id="694175910" name="TextBox 10"/>
          <p:cNvSpPr txBox="1"/>
          <p:nvPr userDrawn="1"/>
        </p:nvSpPr>
        <p:spPr bwMode="auto">
          <a:xfrm>
            <a:off x="370111" y="2090880"/>
            <a:ext cx="11451770" cy="830997"/>
          </a:xfrm>
          <a:prstGeom prst="rect">
            <a:avLst/>
          </a:prstGeom>
          <a:noFill/>
        </p:spPr>
        <p:txBody>
          <a:bodyPr wrap="square" rtlCol="0">
            <a:spAutoFit/>
          </a:bodyPr>
          <a:lstStyle/>
          <a:p>
            <a:pPr>
              <a:defRPr/>
            </a:pPr>
            <a:r>
              <a:rPr lang="de-DE" sz="4800">
                <a:solidFill>
                  <a:srgbClr val="2430BB"/>
                </a:solidFill>
                <a:latin typeface="Arial"/>
                <a:cs typeface="Arial"/>
              </a:rPr>
              <a:t>THANK YOU!</a:t>
            </a:r>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631041770" name="Title Placeholder 1"/>
          <p:cNvSpPr>
            <a:spLocks noGrp="1"/>
          </p:cNvSpPr>
          <p:nvPr>
            <p:ph type="title"/>
          </p:nvPr>
        </p:nvSpPr>
        <p:spPr bwMode="auto">
          <a:xfrm>
            <a:off x="370114" y="365125"/>
            <a:ext cx="9270275" cy="1325563"/>
          </a:xfrm>
          <a:prstGeom prst="rect">
            <a:avLst/>
          </a:prstGeom>
        </p:spPr>
        <p:txBody>
          <a:bodyPr vert="horz" lIns="91440" tIns="45720" rIns="91440" bIns="45720" rtlCol="0" anchor="ctr">
            <a:normAutofit/>
          </a:bodyPr>
          <a:lstStyle/>
          <a:p>
            <a:pPr>
              <a:defRPr/>
            </a:pPr>
            <a:r>
              <a:rPr lang="en-US"/>
              <a:t>CLICK TO EDIT MASTER TITLE STYLE</a:t>
            </a:r>
            <a:endParaRPr lang="de-DE"/>
          </a:p>
        </p:txBody>
      </p:sp>
      <p:sp>
        <p:nvSpPr>
          <p:cNvPr id="730057225" name="Text Placeholder 2"/>
          <p:cNvSpPr>
            <a:spLocks noGrp="1"/>
          </p:cNvSpPr>
          <p:nvPr>
            <p:ph type="body" idx="1"/>
          </p:nvPr>
        </p:nvSpPr>
        <p:spPr bwMode="auto">
          <a:xfrm>
            <a:off x="370113" y="1825625"/>
            <a:ext cx="11451771" cy="4351338"/>
          </a:xfrm>
          <a:prstGeom prst="rect">
            <a:avLst/>
          </a:prstGeom>
        </p:spPr>
        <p:txBody>
          <a:bodyPr vert="horz" lIns="91440" tIns="45720" rIns="91440" bIns="45720" rtlCol="0" anchor="ctr" anchorCtr="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de-DE"/>
          </a:p>
        </p:txBody>
      </p:sp>
      <p:sp>
        <p:nvSpPr>
          <p:cNvPr id="693241777" name="Date Placeholder 3"/>
          <p:cNvSpPr>
            <a:spLocks noGrp="1"/>
          </p:cNvSpPr>
          <p:nvPr>
            <p:ph type="dt" sz="half" idx="2"/>
          </p:nvPr>
        </p:nvSpPr>
        <p:spPr bwMode="auto">
          <a:xfrm>
            <a:off x="370111"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pPr>
              <a:defRPr/>
            </a:pPr>
            <a:r>
              <a:rPr lang="en-US"/>
              <a:t>28-08-2025</a:t>
            </a:r>
            <a:endParaRPr lang="de-DE"/>
          </a:p>
        </p:txBody>
      </p:sp>
      <p:sp>
        <p:nvSpPr>
          <p:cNvPr id="1118525668"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pPr>
              <a:defRPr/>
            </a:pPr>
            <a:endParaRPr lang="de-DE"/>
          </a:p>
        </p:txBody>
      </p:sp>
      <p:sp>
        <p:nvSpPr>
          <p:cNvPr id="369346038" name="Slide Number Placeholder 5"/>
          <p:cNvSpPr>
            <a:spLocks noGrp="1"/>
          </p:cNvSpPr>
          <p:nvPr>
            <p:ph type="sldNum" sz="quarter" idx="4"/>
          </p:nvPr>
        </p:nvSpPr>
        <p:spPr bwMode="auto">
          <a:xfrm>
            <a:off x="9078683"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a:defRPr/>
            </a:pPr>
            <a:fld id="{C2DE25FF-7BD2-49F0-A218-D40496836970}" type="slidenum">
              <a:rPr lang="de-DE"/>
              <a:t>‹#›</a:t>
            </a:fld>
            <a:endParaRPr lang="de-DE"/>
          </a:p>
        </p:txBody>
      </p:sp>
      <p:pic>
        <p:nvPicPr>
          <p:cNvPr id="1946432359" name="Picture 9" descr="A blue and black logo&#10;&#10;Description automatically generated"/>
          <p:cNvPicPr>
            <a:picLocks noChangeAspect="1"/>
          </p:cNvPicPr>
          <p:nvPr userDrawn="1"/>
        </p:nvPicPr>
        <p:blipFill>
          <a:blip r:embed="rId9"/>
          <a:stretch/>
        </p:blipFill>
        <p:spPr bwMode="auto">
          <a:xfrm>
            <a:off x="9940213" y="487906"/>
            <a:ext cx="1881668" cy="1080000"/>
          </a:xfrm>
          <a:prstGeom prst="rect">
            <a:avLst/>
          </a:prstGeom>
        </p:spPr>
      </p:pic>
      <p:sp>
        <p:nvSpPr>
          <p:cNvPr id="1286333983" name="Rectangle 11"/>
          <p:cNvSpPr/>
          <p:nvPr userDrawn="1"/>
        </p:nvSpPr>
        <p:spPr bwMode="auto">
          <a:xfrm>
            <a:off x="370111" y="6295344"/>
            <a:ext cx="11451770" cy="61006"/>
          </a:xfrm>
          <a:prstGeom prst="rect">
            <a:avLst/>
          </a:prstGeom>
          <a:solidFill>
            <a:srgbClr val="2430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1871183820" name="Rectangle 12"/>
          <p:cNvSpPr/>
          <p:nvPr userDrawn="1"/>
        </p:nvSpPr>
        <p:spPr bwMode="auto">
          <a:xfrm>
            <a:off x="370111" y="138881"/>
            <a:ext cx="11451772" cy="1393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1893562543" name="Rectangle 13"/>
          <p:cNvSpPr/>
          <p:nvPr userDrawn="1"/>
        </p:nvSpPr>
        <p:spPr bwMode="auto">
          <a:xfrm>
            <a:off x="249112" y="185689"/>
            <a:ext cx="1169377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1" ftr="0" hdr="0" sldNum="1"/>
  <p:txStyles>
    <p:titleStyle>
      <a:lvl1pPr algn="l" defTabSz="914400">
        <a:lnSpc>
          <a:spcPct val="90000"/>
        </a:lnSpc>
        <a:spcBef>
          <a:spcPts val="0"/>
        </a:spcBef>
        <a:buNone/>
        <a:defRPr sz="3200" cap="all">
          <a:solidFill>
            <a:srgbClr val="2430BB"/>
          </a:solidFill>
          <a:latin typeface="Arial"/>
          <a:ea typeface="+mj-ea"/>
          <a:cs typeface="Arial"/>
        </a:defRPr>
      </a:lvl1pPr>
    </p:titleStyle>
    <p:bodyStyle>
      <a:lvl1pPr marL="228600" indent="-228600" algn="l" defTabSz="914400">
        <a:lnSpc>
          <a:spcPct val="90000"/>
        </a:lnSpc>
        <a:spcBef>
          <a:spcPts val="1000"/>
        </a:spcBef>
        <a:buClr>
          <a:srgbClr val="2430BB"/>
        </a:buClr>
        <a:buFont typeface="Arial"/>
        <a:buChar char="•"/>
        <a:defRPr sz="2400">
          <a:solidFill>
            <a:schemeClr val="tx1"/>
          </a:solidFill>
          <a:latin typeface="Arial"/>
          <a:ea typeface="+mn-ea"/>
          <a:cs typeface="Arial"/>
        </a:defRPr>
      </a:lvl1pPr>
      <a:lvl2pPr marL="685800" indent="-228600" algn="l" defTabSz="914400">
        <a:lnSpc>
          <a:spcPct val="90000"/>
        </a:lnSpc>
        <a:spcBef>
          <a:spcPts val="500"/>
        </a:spcBef>
        <a:buClr>
          <a:srgbClr val="2430BB"/>
        </a:buClr>
        <a:buFont typeface="Arial"/>
        <a:buChar char="•"/>
        <a:defRPr sz="2200">
          <a:solidFill>
            <a:schemeClr val="tx1"/>
          </a:solidFill>
          <a:latin typeface="Arial"/>
          <a:ea typeface="+mn-ea"/>
          <a:cs typeface="Arial"/>
        </a:defRPr>
      </a:lvl2pPr>
      <a:lvl3pPr marL="1143000" indent="-228600" algn="l" defTabSz="914400">
        <a:lnSpc>
          <a:spcPct val="90000"/>
        </a:lnSpc>
        <a:spcBef>
          <a:spcPts val="500"/>
        </a:spcBef>
        <a:buClr>
          <a:srgbClr val="2430BB"/>
        </a:buClr>
        <a:buFont typeface="Arial"/>
        <a:buChar char="•"/>
        <a:defRPr sz="2000">
          <a:solidFill>
            <a:schemeClr val="tx1"/>
          </a:solidFill>
          <a:latin typeface="Arial"/>
          <a:ea typeface="+mn-ea"/>
          <a:cs typeface="Arial"/>
        </a:defRPr>
      </a:lvl3pPr>
      <a:lvl4pPr marL="1600200" indent="-228600" algn="l" defTabSz="914400">
        <a:lnSpc>
          <a:spcPct val="90000"/>
        </a:lnSpc>
        <a:spcBef>
          <a:spcPts val="500"/>
        </a:spcBef>
        <a:buClr>
          <a:srgbClr val="2430BB"/>
        </a:buClr>
        <a:buFont typeface="Arial"/>
        <a:buChar char="•"/>
        <a:defRPr sz="1800">
          <a:solidFill>
            <a:schemeClr val="tx1"/>
          </a:solidFill>
          <a:latin typeface="Arial"/>
          <a:ea typeface="+mn-ea"/>
          <a:cs typeface="Arial"/>
        </a:defRPr>
      </a:lvl4pPr>
      <a:lvl5pPr marL="2057400" indent="-228600" algn="l" defTabSz="914400">
        <a:lnSpc>
          <a:spcPct val="90000"/>
        </a:lnSpc>
        <a:spcBef>
          <a:spcPts val="500"/>
        </a:spcBef>
        <a:buClr>
          <a:srgbClr val="2430BB"/>
        </a:buClr>
        <a:buFont typeface="Arial"/>
        <a:buChar char="•"/>
        <a:defRPr sz="1800">
          <a:solidFill>
            <a:schemeClr val="tx1"/>
          </a:solidFill>
          <a:latin typeface="Arial"/>
          <a:ea typeface="+mn-ea"/>
          <a:cs typeface="Arial"/>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de-DE"/>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microsoft.com/office/2007/relationships/diagramDrawing" Target="../diagrams/drawing1.xml" /><Relationship Id="rId4" Type="http://schemas.openxmlformats.org/officeDocument/2006/relationships/diagramData" Target="../diagrams/data1.xml" /><Relationship Id="rId5" Type="http://schemas.openxmlformats.org/officeDocument/2006/relationships/diagramColors" Target="../diagrams/colors1.xml" /><Relationship Id="rId6" Type="http://schemas.openxmlformats.org/officeDocument/2006/relationships/diagramLayout" Target="../diagrams/layout1.xml" /><Relationship Id="rId7" Type="http://schemas.openxmlformats.org/officeDocument/2006/relationships/diagramQuickStyle" Target="../diagrams/quickStyle1.xml" /></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1.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2.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6.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7.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8.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9.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microsoft.com/office/2007/relationships/diagramDrawing" Target="../diagrams/drawing2.xml" /><Relationship Id="rId4" Type="http://schemas.openxmlformats.org/officeDocument/2006/relationships/diagramData" Target="../diagrams/data2.xml" /><Relationship Id="rId5" Type="http://schemas.openxmlformats.org/officeDocument/2006/relationships/diagramColors" Target="../diagrams/colors2.xml" /><Relationship Id="rId6" Type="http://schemas.openxmlformats.org/officeDocument/2006/relationships/diagramLayout" Target="../diagrams/layout2.xml" /><Relationship Id="rId7" Type="http://schemas.openxmlformats.org/officeDocument/2006/relationships/diagramQuickStyle" Target="../diagrams/quickStyle2.xml" /></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microsoft.com/office/2007/relationships/diagramDrawing" Target="../diagrams/drawing3.xml" /><Relationship Id="rId4" Type="http://schemas.openxmlformats.org/officeDocument/2006/relationships/diagramData" Target="../diagrams/data3.xml" /><Relationship Id="rId5" Type="http://schemas.openxmlformats.org/officeDocument/2006/relationships/diagramColors" Target="../diagrams/colors3.xml" /><Relationship Id="rId6" Type="http://schemas.openxmlformats.org/officeDocument/2006/relationships/diagramLayout" Target="../diagrams/layout3.xml" /><Relationship Id="rId7" Type="http://schemas.openxmlformats.org/officeDocument/2006/relationships/diagramQuickStyle" Target="../diagrams/quickStyle3.xml" /></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0.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29193670" name="Title 1"/>
          <p:cNvSpPr>
            <a:spLocks noGrp="1"/>
          </p:cNvSpPr>
          <p:nvPr>
            <p:ph type="ctrTitle"/>
          </p:nvPr>
        </p:nvSpPr>
        <p:spPr bwMode="auto">
          <a:xfrm>
            <a:off x="370110" y="2084521"/>
            <a:ext cx="11451771" cy="1447799"/>
          </a:xfrm>
        </p:spPr>
        <p:txBody>
          <a:bodyPr vertOverflow="overflow" horzOverflow="overflow" vert="horz" wrap="square" lIns="91440" tIns="45720" rIns="91440" bIns="45720" numCol="1" spcCol="0" rtlCol="0" fromWordArt="0" anchor="b" anchorCtr="0" forceAA="0" compatLnSpc="0">
            <a:normAutofit fontScale="90000"/>
          </a:bodyPr>
          <a:lstStyle/>
          <a:p>
            <a:pPr>
              <a:defRPr/>
            </a:pPr>
            <a:r>
              <a:rPr lang="en-US"/>
              <a:t>Τ6.3: Increasing trust of model parameters in cross-domain CTI sharing systems</a:t>
            </a:r>
            <a:endParaRPr lang="de-DE"/>
          </a:p>
        </p:txBody>
      </p:sp>
      <p:sp>
        <p:nvSpPr>
          <p:cNvPr id="563762125" name="Subtitle 2"/>
          <p:cNvSpPr>
            <a:spLocks noGrp="1"/>
          </p:cNvSpPr>
          <p:nvPr>
            <p:ph type="subTitle" idx="1"/>
          </p:nvPr>
        </p:nvSpPr>
        <p:spPr bwMode="auto">
          <a:xfrm>
            <a:off x="370109" y="3532321"/>
            <a:ext cx="11451768" cy="762000"/>
          </a:xfrm>
        </p:spPr>
        <p:txBody>
          <a:bodyPr/>
          <a:lstStyle/>
          <a:p>
            <a:pPr>
              <a:defRPr/>
            </a:pPr>
            <a:r>
              <a:rPr lang="de-DE"/>
              <a:t>Konstantinos ZINONOS(8BELLS), </a:t>
            </a:r>
            <a:r>
              <a:rPr lang="en-US"/>
              <a:t>bi-weekly</a:t>
            </a:r>
            <a:r>
              <a:rPr lang="de-DE"/>
              <a:t> </a:t>
            </a:r>
            <a:r>
              <a:rPr lang="de-DE"/>
              <a:t>telco</a:t>
            </a: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1246129" name="Title 1"/>
          <p:cNvSpPr>
            <a:spLocks noGrp="1"/>
          </p:cNvSpPr>
          <p:nvPr>
            <p:ph type="title"/>
          </p:nvPr>
        </p:nvSpPr>
        <p:spPr bwMode="auto"/>
        <p:txBody>
          <a:bodyPr/>
          <a:lstStyle/>
          <a:p>
            <a:pPr>
              <a:defRPr/>
            </a:pPr>
            <a:r>
              <a:rPr lang="en-US"/>
              <a:t>Agenda</a:t>
            </a:r>
            <a:endParaRPr lang="en-US"/>
          </a:p>
        </p:txBody>
      </p:sp>
      <p:sp>
        <p:nvSpPr>
          <p:cNvPr id="483920647" name="Content Placeholder 2"/>
          <p:cNvSpPr>
            <a:spLocks noGrp="1"/>
          </p:cNvSpPr>
          <p:nvPr>
            <p:ph idx="1"/>
          </p:nvPr>
        </p:nvSpPr>
        <p:spPr bwMode="auto"/>
        <p:txBody>
          <a:bodyPr>
            <a:normAutofit/>
          </a:bodyPr>
          <a:lstStyle/>
          <a:p>
            <a:pPr>
              <a:defRPr/>
            </a:pPr>
            <a:r>
              <a:rPr lang="en-US"/>
              <a:t>Recap </a:t>
            </a:r>
            <a:r>
              <a:rPr lang="en-US"/>
              <a:t>from last telco</a:t>
            </a:r>
            <a:endParaRPr/>
          </a:p>
          <a:p>
            <a:pPr>
              <a:defRPr/>
            </a:pPr>
            <a:r>
              <a:rPr lang="en-US"/>
              <a:t>User flow diagram</a:t>
            </a:r>
            <a:endParaRPr/>
          </a:p>
          <a:p>
            <a:pPr>
              <a:defRPr/>
            </a:pPr>
            <a:r>
              <a:rPr lang="en-US"/>
              <a:t>Latest Architecture</a:t>
            </a:r>
            <a:endParaRPr/>
          </a:p>
          <a:p>
            <a:pPr>
              <a:defRPr/>
            </a:pPr>
            <a:r>
              <a:rPr lang="en-US"/>
              <a:t>Sequence Diagram (Ongoing)</a:t>
            </a:r>
            <a:endParaRPr/>
          </a:p>
          <a:p>
            <a:pPr>
              <a:defRPr/>
            </a:pPr>
            <a:r>
              <a:rPr lang="en-US"/>
              <a:t>Next Steps</a:t>
            </a:r>
            <a:endParaRPr/>
          </a:p>
        </p:txBody>
      </p:sp>
      <p:sp>
        <p:nvSpPr>
          <p:cNvPr id="488066836" name="Date Placeholder 3"/>
          <p:cNvSpPr>
            <a:spLocks noGrp="1"/>
          </p:cNvSpPr>
          <p:nvPr>
            <p:ph type="dt" sz="half" idx="10"/>
          </p:nvPr>
        </p:nvSpPr>
        <p:spPr bwMode="auto"/>
        <p:txBody>
          <a:bodyPr/>
          <a:lstStyle/>
          <a:p>
            <a:pPr marL="0" marR="0" lvl="0" indent="0" algn="l" defTabSz="914400" rtl="0">
              <a:lnSpc>
                <a:spcPct val="100000"/>
              </a:lnSpc>
              <a:spcBef>
                <a:spcPts val="0"/>
              </a:spcBef>
              <a:spcAft>
                <a:spcPts val="0"/>
              </a:spcAft>
              <a:buClrTx/>
              <a:buSzTx/>
              <a:buFontTx/>
              <a:buNone/>
              <a:defRPr/>
            </a:pPr>
            <a:r>
              <a:rPr lang="en-US" sz="1200" b="0" i="0" u="none" strike="noStrike" cap="none" spc="0">
                <a:ln>
                  <a:noFill/>
                </a:ln>
                <a:solidFill>
                  <a:prstClr val="black">
                    <a:tint val="75000"/>
                  </a:prstClr>
                </a:solidFill>
                <a:latin typeface="Arial"/>
                <a:cs typeface="Arial"/>
              </a:rPr>
              <a:t>28-08-2025</a:t>
            </a:r>
            <a:endParaRPr lang="de-DE" sz="1200" b="0" i="0" u="none" strike="noStrike" cap="none" spc="0">
              <a:ln>
                <a:noFill/>
              </a:ln>
              <a:solidFill>
                <a:prstClr val="black">
                  <a:tint val="75000"/>
                </a:prstClr>
              </a:solidFill>
              <a:latin typeface="Arial"/>
              <a:cs typeface="Arial"/>
            </a:endParaRPr>
          </a:p>
        </p:txBody>
      </p:sp>
      <p:sp>
        <p:nvSpPr>
          <p:cNvPr id="1173442219" name="Slide Number Placeholder 4"/>
          <p:cNvSpPr>
            <a:spLocks noGrp="1"/>
          </p:cNvSpPr>
          <p:nvPr>
            <p:ph type="sldNum" sz="quarter" idx="12"/>
          </p:nvPr>
        </p:nvSpPr>
        <p:spPr bwMode="auto"/>
        <p:txBody>
          <a:bodyPr/>
          <a:lstStyle/>
          <a:p>
            <a:pPr>
              <a:defRPr/>
            </a:pPr>
            <a:fld id="{D022263E-7A51-4C1D-AD47-5C3A7D00C5FE}" type="slidenum">
              <a:rPr lang="de-DE"/>
              <a:t>2</a:t>
            </a:fld>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4610779" name="Title 1"/>
          <p:cNvSpPr>
            <a:spLocks noGrp="1"/>
          </p:cNvSpPr>
          <p:nvPr>
            <p:ph type="title"/>
          </p:nvPr>
        </p:nvSpPr>
        <p:spPr bwMode="auto">
          <a:xfrm>
            <a:off x="370114" y="365125"/>
            <a:ext cx="9270275" cy="1325563"/>
          </a:xfrm>
        </p:spPr>
        <p:txBody>
          <a:bodyPr anchor="ctr">
            <a:normAutofit/>
          </a:bodyPr>
          <a:lstStyle/>
          <a:p>
            <a:pPr>
              <a:defRPr/>
            </a:pPr>
            <a:r>
              <a:rPr lang="en-US"/>
              <a:t>Timeline (July 2024 – NOV 2025)</a:t>
            </a:r>
            <a:endParaRPr/>
          </a:p>
        </p:txBody>
      </p:sp>
      <p:sp>
        <p:nvSpPr>
          <p:cNvPr id="192047531" name="Date Placeholder 3"/>
          <p:cNvSpPr>
            <a:spLocks noGrp="1"/>
          </p:cNvSpPr>
          <p:nvPr>
            <p:ph type="dt" sz="half" idx="10"/>
          </p:nvPr>
        </p:nvSpPr>
        <p:spPr bwMode="auto">
          <a:xfrm>
            <a:off x="370111" y="6356350"/>
            <a:ext cx="2743200" cy="365125"/>
          </a:xfrm>
        </p:spPr>
        <p:txBody>
          <a:bodyPr/>
          <a:lstStyle/>
          <a:p>
            <a:pPr marL="0" marR="0" lvl="0" indent="0" algn="l" defTabSz="914400" rtl="0">
              <a:lnSpc>
                <a:spcPct val="100000"/>
              </a:lnSpc>
              <a:spcBef>
                <a:spcPts val="0"/>
              </a:spcBef>
              <a:spcAft>
                <a:spcPts val="600"/>
              </a:spcAft>
              <a:buClrTx/>
              <a:buSzTx/>
              <a:buFontTx/>
              <a:buNone/>
              <a:defRPr/>
            </a:pPr>
            <a:r>
              <a:rPr lang="en-US" sz="1200" b="0" i="0" u="none" strike="noStrike" cap="none" spc="0">
                <a:ln>
                  <a:noFill/>
                </a:ln>
                <a:solidFill>
                  <a:prstClr val="black">
                    <a:tint val="75000"/>
                  </a:prstClr>
                </a:solidFill>
                <a:latin typeface="Arial"/>
                <a:cs typeface="Arial"/>
              </a:rPr>
              <a:t>28-08-2025</a:t>
            </a:r>
            <a:endParaRPr lang="de-DE" sz="1200" b="0" i="0" u="none" strike="noStrike" cap="none" spc="0">
              <a:ln>
                <a:noFill/>
              </a:ln>
              <a:solidFill>
                <a:prstClr val="black">
                  <a:tint val="75000"/>
                </a:prstClr>
              </a:solidFill>
              <a:latin typeface="Arial"/>
              <a:cs typeface="Arial"/>
            </a:endParaRPr>
          </a:p>
        </p:txBody>
      </p:sp>
      <p:graphicFrame>
        <p:nvGraphicFramePr>
          <p:cNvPr id="1930888622" name="Content Placeholder 15"/>
          <p:cNvGraphicFramePr>
            <a:graphicFrameLocks xmlns:a="http://schemas.openxmlformats.org/drawingml/2006/main"/>
          </p:cNvGraphicFramePr>
          <p:nvPr/>
        </p:nvGraphicFramePr>
        <p:xfrm>
          <a:off x="370113" y="1825625"/>
          <a:ext cx="11451771" cy="4351338"/>
          <a:chOff x="0" y="0"/>
          <a:chExt cx="11451771" cy="4351338"/>
        </p:xfrm>
        <a:graphic>
          <a:graphicData uri="http://schemas.openxmlformats.org/drawingml/2006/diagram">
            <dgm:relIds xmlns:dgm="http://schemas.openxmlformats.org/drawingml/2006/diagram" xmlns:r="http://schemas.openxmlformats.org/officeDocument/2006/relationships" r:dm="rId4" r:lo="rId6" r:qs="rId7" r:cs="rId5"/>
          </a:graphicData>
        </a:graphic>
      </p:graphicFrame>
      <p:sp>
        <p:nvSpPr>
          <p:cNvPr id="2095288410" name="Slide Number Placeholder 2"/>
          <p:cNvSpPr>
            <a:spLocks noGrp="1"/>
          </p:cNvSpPr>
          <p:nvPr>
            <p:ph type="sldNum" sz="quarter" idx="12"/>
          </p:nvPr>
        </p:nvSpPr>
        <p:spPr bwMode="auto"/>
        <p:txBody>
          <a:bodyPr/>
          <a:lstStyle/>
          <a:p>
            <a:pPr>
              <a:defRPr/>
            </a:pPr>
            <a:fld id="{D022263E-7A51-4C1D-AD47-5C3A7D00C5FE}" type="slidenum">
              <a:rPr lang="de-DE"/>
              <a:t>3</a:t>
            </a:fld>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22343697" name="Title 1"/>
          <p:cNvSpPr>
            <a:spLocks noGrp="1"/>
          </p:cNvSpPr>
          <p:nvPr>
            <p:ph type="title"/>
          </p:nvPr>
        </p:nvSpPr>
        <p:spPr bwMode="auto"/>
        <p:txBody>
          <a:bodyPr/>
          <a:lstStyle/>
          <a:p>
            <a:pPr>
              <a:defRPr/>
            </a:pPr>
            <a:r>
              <a:rPr lang="en-US" b="1"/>
              <a:t>Workstream C</a:t>
            </a:r>
            <a:endParaRPr lang="en-US"/>
          </a:p>
        </p:txBody>
      </p:sp>
      <p:pic>
        <p:nvPicPr>
          <p:cNvPr id="949867288" name="Content Placeholder 6"/>
          <p:cNvPicPr>
            <a:picLocks noChangeAspect="1" noGrp="1"/>
          </p:cNvPicPr>
          <p:nvPr>
            <p:ph idx="1"/>
          </p:nvPr>
        </p:nvPicPr>
        <p:blipFill>
          <a:blip r:embed="rId3"/>
          <a:stretch/>
        </p:blipFill>
        <p:spPr bwMode="auto">
          <a:xfrm>
            <a:off x="1132674" y="1825625"/>
            <a:ext cx="9926652" cy="4351338"/>
          </a:xfrm>
        </p:spPr>
      </p:pic>
      <p:sp>
        <p:nvSpPr>
          <p:cNvPr id="745969426" name="Date Placeholder 3"/>
          <p:cNvSpPr>
            <a:spLocks noGrp="1"/>
          </p:cNvSpPr>
          <p:nvPr>
            <p:ph type="dt" sz="half" idx="10"/>
          </p:nvPr>
        </p:nvSpPr>
        <p:spPr bwMode="auto"/>
        <p:txBody>
          <a:bodyPr/>
          <a:lstStyle/>
          <a:p>
            <a:pPr>
              <a:defRPr/>
            </a:pPr>
            <a:r>
              <a:rPr lang="en-US"/>
              <a:t>28-08-2025</a:t>
            </a:r>
            <a:endParaRPr lang="de-DE"/>
          </a:p>
        </p:txBody>
      </p:sp>
      <p:sp>
        <p:nvSpPr>
          <p:cNvPr id="177561850" name="Slide Number Placeholder 2"/>
          <p:cNvSpPr>
            <a:spLocks noGrp="1"/>
          </p:cNvSpPr>
          <p:nvPr>
            <p:ph type="sldNum" sz="quarter" idx="12"/>
          </p:nvPr>
        </p:nvSpPr>
        <p:spPr bwMode="auto"/>
        <p:txBody>
          <a:bodyPr/>
          <a:lstStyle/>
          <a:p>
            <a:pPr>
              <a:defRPr/>
            </a:pPr>
            <a:fld id="{D022263E-7A51-4C1D-AD47-5C3A7D00C5FE}" type="slidenum">
              <a:rPr lang="de-DE"/>
              <a:t>4</a:t>
            </a:fld>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74901141" name="Title 1"/>
          <p:cNvSpPr>
            <a:spLocks noGrp="1"/>
          </p:cNvSpPr>
          <p:nvPr>
            <p:ph type="title"/>
          </p:nvPr>
        </p:nvSpPr>
        <p:spPr bwMode="auto"/>
        <p:txBody>
          <a:bodyPr/>
          <a:lstStyle/>
          <a:p>
            <a:pPr>
              <a:defRPr/>
            </a:pPr>
            <a:r>
              <a:rPr lang="en-US" b="1"/>
              <a:t>Workstream C</a:t>
            </a:r>
            <a:endParaRPr lang="en-US"/>
          </a:p>
        </p:txBody>
      </p:sp>
      <p:pic>
        <p:nvPicPr>
          <p:cNvPr id="742475669" name="Content Placeholder 6"/>
          <p:cNvPicPr>
            <a:picLocks noChangeAspect="1" noGrp="1"/>
          </p:cNvPicPr>
          <p:nvPr>
            <p:ph idx="1"/>
          </p:nvPr>
        </p:nvPicPr>
        <p:blipFill>
          <a:blip r:embed="rId3"/>
          <a:stretch/>
        </p:blipFill>
        <p:spPr bwMode="auto">
          <a:xfrm>
            <a:off x="1004293" y="1825625"/>
            <a:ext cx="10183414" cy="4351338"/>
          </a:xfrm>
        </p:spPr>
      </p:pic>
      <p:sp>
        <p:nvSpPr>
          <p:cNvPr id="2138015606" name="Date Placeholder 3"/>
          <p:cNvSpPr>
            <a:spLocks noGrp="1"/>
          </p:cNvSpPr>
          <p:nvPr>
            <p:ph type="dt" sz="half" idx="10"/>
          </p:nvPr>
        </p:nvSpPr>
        <p:spPr bwMode="auto"/>
        <p:txBody>
          <a:bodyPr/>
          <a:lstStyle/>
          <a:p>
            <a:pPr>
              <a:defRPr/>
            </a:pPr>
            <a:r>
              <a:rPr lang="en-US"/>
              <a:t>28-08-2025</a:t>
            </a:r>
            <a:endParaRPr lang="de-DE"/>
          </a:p>
        </p:txBody>
      </p:sp>
      <p:sp>
        <p:nvSpPr>
          <p:cNvPr id="1883965160" name="Slide Number Placeholder 2"/>
          <p:cNvSpPr>
            <a:spLocks noGrp="1"/>
          </p:cNvSpPr>
          <p:nvPr>
            <p:ph type="sldNum" sz="quarter" idx="12"/>
          </p:nvPr>
        </p:nvSpPr>
        <p:spPr bwMode="auto"/>
        <p:txBody>
          <a:bodyPr/>
          <a:lstStyle/>
          <a:p>
            <a:pPr>
              <a:defRPr/>
            </a:pPr>
            <a:fld id="{D022263E-7A51-4C1D-AD47-5C3A7D00C5FE}" type="slidenum">
              <a:rPr lang="de-DE"/>
              <a:t>5</a:t>
            </a:fld>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0767058" name="Title 1"/>
          <p:cNvSpPr>
            <a:spLocks noGrp="1"/>
          </p:cNvSpPr>
          <p:nvPr>
            <p:ph type="title"/>
          </p:nvPr>
        </p:nvSpPr>
        <p:spPr bwMode="auto"/>
        <p:txBody>
          <a:bodyPr/>
          <a:lstStyle/>
          <a:p>
            <a:pPr>
              <a:defRPr/>
            </a:pPr>
            <a:r>
              <a:rPr lang="en-US" b="1"/>
              <a:t>Workstream C</a:t>
            </a:r>
            <a:endParaRPr lang="en-US"/>
          </a:p>
        </p:txBody>
      </p:sp>
      <p:pic>
        <p:nvPicPr>
          <p:cNvPr id="1149019879" name="Content Placeholder 6"/>
          <p:cNvPicPr>
            <a:picLocks noChangeAspect="1" noGrp="1"/>
          </p:cNvPicPr>
          <p:nvPr>
            <p:ph idx="1"/>
          </p:nvPr>
        </p:nvPicPr>
        <p:blipFill>
          <a:blip r:embed="rId3"/>
          <a:stretch/>
        </p:blipFill>
        <p:spPr bwMode="auto">
          <a:xfrm>
            <a:off x="260494" y="2301240"/>
            <a:ext cx="5026372" cy="3276600"/>
          </a:xfrm>
        </p:spPr>
      </p:pic>
      <p:sp>
        <p:nvSpPr>
          <p:cNvPr id="1095855605" name="Date Placeholder 3"/>
          <p:cNvSpPr>
            <a:spLocks noGrp="1"/>
          </p:cNvSpPr>
          <p:nvPr>
            <p:ph type="dt" sz="half" idx="10"/>
          </p:nvPr>
        </p:nvSpPr>
        <p:spPr bwMode="auto"/>
        <p:txBody>
          <a:bodyPr/>
          <a:lstStyle/>
          <a:p>
            <a:pPr>
              <a:defRPr/>
            </a:pPr>
            <a:r>
              <a:rPr lang="en-US"/>
              <a:t>28-08-2025</a:t>
            </a:r>
            <a:endParaRPr lang="de-DE"/>
          </a:p>
        </p:txBody>
      </p:sp>
      <p:pic>
        <p:nvPicPr>
          <p:cNvPr id="1933495434" name="Picture 8"/>
          <p:cNvPicPr>
            <a:picLocks noChangeAspect="1"/>
          </p:cNvPicPr>
          <p:nvPr/>
        </p:nvPicPr>
        <p:blipFill>
          <a:blip r:embed="rId4"/>
          <a:stretch/>
        </p:blipFill>
        <p:spPr bwMode="auto">
          <a:xfrm>
            <a:off x="5384801" y="3062909"/>
            <a:ext cx="2580638" cy="1982180"/>
          </a:xfrm>
          <a:prstGeom prst="rect">
            <a:avLst/>
          </a:prstGeom>
        </p:spPr>
      </p:pic>
      <p:pic>
        <p:nvPicPr>
          <p:cNvPr id="1486555907" name="Picture 10"/>
          <p:cNvPicPr>
            <a:picLocks noChangeAspect="1"/>
          </p:cNvPicPr>
          <p:nvPr/>
        </p:nvPicPr>
        <p:blipFill>
          <a:blip r:embed="rId5"/>
          <a:stretch/>
        </p:blipFill>
        <p:spPr bwMode="auto">
          <a:xfrm>
            <a:off x="8402320" y="2952332"/>
            <a:ext cx="3271516" cy="2537184"/>
          </a:xfrm>
          <a:prstGeom prst="rect">
            <a:avLst/>
          </a:prstGeom>
        </p:spPr>
      </p:pic>
      <p:sp>
        <p:nvSpPr>
          <p:cNvPr id="420706243" name="Slide Number Placeholder 2"/>
          <p:cNvSpPr>
            <a:spLocks noGrp="1"/>
          </p:cNvSpPr>
          <p:nvPr>
            <p:ph type="sldNum" sz="quarter" idx="12"/>
          </p:nvPr>
        </p:nvSpPr>
        <p:spPr bwMode="auto"/>
        <p:txBody>
          <a:bodyPr/>
          <a:lstStyle/>
          <a:p>
            <a:pPr>
              <a:defRPr/>
            </a:pPr>
            <a:fld id="{D022263E-7A51-4C1D-AD47-5C3A7D00C5FE}" type="slidenum">
              <a:rPr lang="de-DE"/>
              <a:t>6</a:t>
            </a:fld>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70820938" name="Title 1"/>
          <p:cNvSpPr>
            <a:spLocks noGrp="1"/>
          </p:cNvSpPr>
          <p:nvPr>
            <p:ph type="title"/>
          </p:nvPr>
        </p:nvSpPr>
        <p:spPr bwMode="auto"/>
        <p:txBody>
          <a:bodyPr/>
          <a:lstStyle/>
          <a:p>
            <a:pPr>
              <a:defRPr/>
            </a:pPr>
            <a:r>
              <a:rPr lang="en-US" b="1"/>
              <a:t>Workstream C</a:t>
            </a:r>
            <a:endParaRPr lang="en-US"/>
          </a:p>
        </p:txBody>
      </p:sp>
      <p:pic>
        <p:nvPicPr>
          <p:cNvPr id="178205681" name="Content Placeholder 6"/>
          <p:cNvPicPr>
            <a:picLocks noChangeAspect="1" noGrp="1"/>
          </p:cNvPicPr>
          <p:nvPr>
            <p:ph idx="1"/>
          </p:nvPr>
        </p:nvPicPr>
        <p:blipFill>
          <a:blip r:embed="rId3"/>
          <a:stretch/>
        </p:blipFill>
        <p:spPr bwMode="auto">
          <a:xfrm>
            <a:off x="1188514" y="1825625"/>
            <a:ext cx="9814971" cy="4351338"/>
          </a:xfrm>
        </p:spPr>
      </p:pic>
      <p:sp>
        <p:nvSpPr>
          <p:cNvPr id="1491824983" name="Date Placeholder 3"/>
          <p:cNvSpPr>
            <a:spLocks noGrp="1"/>
          </p:cNvSpPr>
          <p:nvPr>
            <p:ph type="dt" sz="half" idx="10"/>
          </p:nvPr>
        </p:nvSpPr>
        <p:spPr bwMode="auto"/>
        <p:txBody>
          <a:bodyPr/>
          <a:lstStyle/>
          <a:p>
            <a:pPr>
              <a:defRPr/>
            </a:pPr>
            <a:r>
              <a:rPr lang="en-US"/>
              <a:t>28-08-2025</a:t>
            </a:r>
            <a:endParaRPr lang="de-DE"/>
          </a:p>
        </p:txBody>
      </p:sp>
      <p:sp>
        <p:nvSpPr>
          <p:cNvPr id="59959570" name="Slide Number Placeholder 2"/>
          <p:cNvSpPr>
            <a:spLocks noGrp="1"/>
          </p:cNvSpPr>
          <p:nvPr>
            <p:ph type="sldNum" sz="quarter" idx="12"/>
          </p:nvPr>
        </p:nvSpPr>
        <p:spPr bwMode="auto"/>
        <p:txBody>
          <a:bodyPr/>
          <a:lstStyle/>
          <a:p>
            <a:pPr>
              <a:defRPr/>
            </a:pPr>
            <a:fld id="{D022263E-7A51-4C1D-AD47-5C3A7D00C5FE}" type="slidenum">
              <a:rPr lang="de-DE"/>
              <a:t>7</a:t>
            </a:fld>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4455345" name="Title 1"/>
          <p:cNvSpPr>
            <a:spLocks noGrp="1"/>
          </p:cNvSpPr>
          <p:nvPr>
            <p:ph type="title"/>
          </p:nvPr>
        </p:nvSpPr>
        <p:spPr bwMode="auto"/>
        <p:txBody>
          <a:bodyPr/>
          <a:lstStyle/>
          <a:p>
            <a:pPr>
              <a:defRPr/>
            </a:pPr>
            <a:r>
              <a:rPr lang="en-US" b="1"/>
              <a:t>Workstream C</a:t>
            </a:r>
            <a:endParaRPr lang="en-US"/>
          </a:p>
        </p:txBody>
      </p:sp>
      <p:pic>
        <p:nvPicPr>
          <p:cNvPr id="472992417" name="Content Placeholder 6"/>
          <p:cNvPicPr>
            <a:picLocks noChangeAspect="1" noGrp="1"/>
          </p:cNvPicPr>
          <p:nvPr>
            <p:ph idx="1"/>
          </p:nvPr>
        </p:nvPicPr>
        <p:blipFill>
          <a:blip r:embed="rId3"/>
          <a:stretch/>
        </p:blipFill>
        <p:spPr bwMode="auto">
          <a:xfrm>
            <a:off x="1238455" y="1825625"/>
            <a:ext cx="9715091" cy="4351338"/>
          </a:xfrm>
        </p:spPr>
      </p:pic>
      <p:sp>
        <p:nvSpPr>
          <p:cNvPr id="1155145360" name="Date Placeholder 3"/>
          <p:cNvSpPr>
            <a:spLocks noGrp="1"/>
          </p:cNvSpPr>
          <p:nvPr>
            <p:ph type="dt" sz="half" idx="10"/>
          </p:nvPr>
        </p:nvSpPr>
        <p:spPr bwMode="auto"/>
        <p:txBody>
          <a:bodyPr/>
          <a:lstStyle/>
          <a:p>
            <a:pPr>
              <a:defRPr/>
            </a:pPr>
            <a:r>
              <a:rPr lang="en-US"/>
              <a:t>28-08-2025</a:t>
            </a:r>
            <a:endParaRPr lang="de-DE"/>
          </a:p>
        </p:txBody>
      </p:sp>
      <p:sp>
        <p:nvSpPr>
          <p:cNvPr id="1949760902" name="Slide Number Placeholder 2"/>
          <p:cNvSpPr>
            <a:spLocks noGrp="1"/>
          </p:cNvSpPr>
          <p:nvPr>
            <p:ph type="sldNum" sz="quarter" idx="12"/>
          </p:nvPr>
        </p:nvSpPr>
        <p:spPr bwMode="auto"/>
        <p:txBody>
          <a:bodyPr/>
          <a:lstStyle/>
          <a:p>
            <a:pPr>
              <a:defRPr/>
            </a:pPr>
            <a:fld id="{D022263E-7A51-4C1D-AD47-5C3A7D00C5FE}" type="slidenum">
              <a:rPr lang="de-DE"/>
              <a:t>8</a:t>
            </a:fld>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23750605" name="Title 1"/>
          <p:cNvSpPr>
            <a:spLocks noGrp="1"/>
          </p:cNvSpPr>
          <p:nvPr>
            <p:ph type="title"/>
          </p:nvPr>
        </p:nvSpPr>
        <p:spPr bwMode="auto"/>
        <p:txBody>
          <a:bodyPr/>
          <a:lstStyle/>
          <a:p>
            <a:pPr>
              <a:defRPr/>
            </a:pPr>
            <a:r>
              <a:rPr lang="en-US" b="1"/>
              <a:t>Workstream C</a:t>
            </a:r>
            <a:endParaRPr lang="en-US"/>
          </a:p>
        </p:txBody>
      </p:sp>
      <p:pic>
        <p:nvPicPr>
          <p:cNvPr id="8694878" name="Content Placeholder 6"/>
          <p:cNvPicPr>
            <a:picLocks noChangeAspect="1" noGrp="1"/>
          </p:cNvPicPr>
          <p:nvPr>
            <p:ph idx="1"/>
          </p:nvPr>
        </p:nvPicPr>
        <p:blipFill>
          <a:blip r:embed="rId3"/>
          <a:stretch/>
        </p:blipFill>
        <p:spPr bwMode="auto">
          <a:xfrm>
            <a:off x="1218537" y="1825625"/>
            <a:ext cx="9754926" cy="4351338"/>
          </a:xfrm>
        </p:spPr>
      </p:pic>
      <p:sp>
        <p:nvSpPr>
          <p:cNvPr id="1334181815" name="Date Placeholder 3"/>
          <p:cNvSpPr>
            <a:spLocks noGrp="1"/>
          </p:cNvSpPr>
          <p:nvPr>
            <p:ph type="dt" sz="half" idx="10"/>
          </p:nvPr>
        </p:nvSpPr>
        <p:spPr bwMode="auto"/>
        <p:txBody>
          <a:bodyPr/>
          <a:lstStyle/>
          <a:p>
            <a:pPr>
              <a:defRPr/>
            </a:pPr>
            <a:r>
              <a:rPr lang="en-US"/>
              <a:t>28-08-2025</a:t>
            </a:r>
            <a:endParaRPr lang="de-DE"/>
          </a:p>
        </p:txBody>
      </p:sp>
      <p:sp>
        <p:nvSpPr>
          <p:cNvPr id="1035060194" name="Slide Number Placeholder 2"/>
          <p:cNvSpPr>
            <a:spLocks noGrp="1"/>
          </p:cNvSpPr>
          <p:nvPr>
            <p:ph type="sldNum" sz="quarter" idx="12"/>
          </p:nvPr>
        </p:nvSpPr>
        <p:spPr bwMode="auto"/>
        <p:txBody>
          <a:bodyPr/>
          <a:lstStyle/>
          <a:p>
            <a:pPr>
              <a:defRPr/>
            </a:pPr>
            <a:fld id="{D022263E-7A51-4C1D-AD47-5C3A7D00C5FE}" type="slidenum">
              <a:rPr lang="de-DE"/>
              <a:t>9</a:t>
            </a:fld>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0772745" name="Title 1"/>
          <p:cNvSpPr>
            <a:spLocks noGrp="1"/>
          </p:cNvSpPr>
          <p:nvPr>
            <p:ph type="title"/>
          </p:nvPr>
        </p:nvSpPr>
        <p:spPr bwMode="auto"/>
        <p:txBody>
          <a:bodyPr/>
          <a:lstStyle/>
          <a:p>
            <a:pPr>
              <a:defRPr/>
            </a:pPr>
            <a:r>
              <a:rPr lang="en-US"/>
              <a:t>User flow diagram</a:t>
            </a:r>
            <a:endParaRPr/>
          </a:p>
        </p:txBody>
      </p:sp>
      <p:sp>
        <p:nvSpPr>
          <p:cNvPr id="1581828671" name="Date Placeholder 3"/>
          <p:cNvSpPr>
            <a:spLocks noGrp="1"/>
          </p:cNvSpPr>
          <p:nvPr>
            <p:ph type="dt" sz="half" idx="10"/>
          </p:nvPr>
        </p:nvSpPr>
        <p:spPr bwMode="auto"/>
        <p:txBody>
          <a:bodyPr/>
          <a:lstStyle/>
          <a:p>
            <a:pPr>
              <a:defRPr/>
            </a:pPr>
            <a:r>
              <a:rPr lang="en-US"/>
              <a:t>28-08-2025</a:t>
            </a:r>
            <a:endParaRPr lang="de-DE"/>
          </a:p>
        </p:txBody>
      </p:sp>
      <p:sp>
        <p:nvSpPr>
          <p:cNvPr id="2061278066" name="Slide Number Placeholder 4"/>
          <p:cNvSpPr>
            <a:spLocks noGrp="1"/>
          </p:cNvSpPr>
          <p:nvPr>
            <p:ph type="sldNum" sz="quarter" idx="12"/>
          </p:nvPr>
        </p:nvSpPr>
        <p:spPr bwMode="auto"/>
        <p:txBody>
          <a:bodyPr/>
          <a:lstStyle/>
          <a:p>
            <a:pPr>
              <a:defRPr/>
            </a:pPr>
            <a:fld id="{D022263E-7A51-4C1D-AD47-5C3A7D00C5FE}" type="slidenum">
              <a:rPr lang="de-DE"/>
              <a:t>10</a:t>
            </a:fld>
            <a:endParaRPr lang="de-DE"/>
          </a:p>
        </p:txBody>
      </p:sp>
      <p:pic>
        <p:nvPicPr>
          <p:cNvPr id="1505883398" name="Content Placeholder 14" descr="A diagram of a flowchart&#10;&#10;AI-generated content may be incorrect."/>
          <p:cNvPicPr>
            <a:picLocks noChangeAspect="1" noGrp="1"/>
          </p:cNvPicPr>
          <p:nvPr>
            <p:ph idx="1"/>
          </p:nvPr>
        </p:nvPicPr>
        <p:blipFill>
          <a:blip r:embed="rId3"/>
          <a:stretch/>
        </p:blipFill>
        <p:spPr bwMode="auto">
          <a:xfrm>
            <a:off x="2350926" y="1825625"/>
            <a:ext cx="7490149" cy="4351338"/>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3116981" name="Title 1"/>
          <p:cNvSpPr>
            <a:spLocks noGrp="1"/>
          </p:cNvSpPr>
          <p:nvPr>
            <p:ph type="title"/>
          </p:nvPr>
        </p:nvSpPr>
        <p:spPr bwMode="auto"/>
        <p:txBody>
          <a:bodyPr/>
          <a:lstStyle/>
          <a:p>
            <a:pPr>
              <a:defRPr/>
            </a:pPr>
            <a:r>
              <a:rPr lang="en-US"/>
              <a:t>User flow diagram</a:t>
            </a:r>
            <a:endParaRPr/>
          </a:p>
        </p:txBody>
      </p:sp>
      <p:graphicFrame>
        <p:nvGraphicFramePr>
          <p:cNvPr id="1973616311" name="Content Placeholder 7"/>
          <p:cNvGraphicFramePr>
            <a:graphicFrameLocks xmlns:a="http://schemas.openxmlformats.org/drawingml/2006/main" noGrp="1"/>
          </p:cNvGraphicFramePr>
          <p:nvPr>
            <p:ph idx="1"/>
          </p:nvPr>
        </p:nvGraphicFramePr>
        <p:xfrm>
          <a:off x="370113" y="1825625"/>
          <a:ext cx="11593287" cy="4351338"/>
          <a:chOff x="0" y="0"/>
          <a:chExt cx="11593287" cy="4351338"/>
        </p:xfrm>
        <a:graphic>
          <a:graphicData uri="http://schemas.openxmlformats.org/drawingml/2006/diagram">
            <dgm:relIds xmlns:dgm="http://schemas.openxmlformats.org/drawingml/2006/diagram" xmlns:r="http://schemas.openxmlformats.org/officeDocument/2006/relationships" r:dm="rId4" r:lo="rId6" r:qs="rId7" r:cs="rId5"/>
          </a:graphicData>
        </a:graphic>
      </p:graphicFrame>
      <p:sp>
        <p:nvSpPr>
          <p:cNvPr id="1576617857" name="Date Placeholder 3"/>
          <p:cNvSpPr>
            <a:spLocks noGrp="1"/>
          </p:cNvSpPr>
          <p:nvPr>
            <p:ph type="dt" sz="half" idx="10"/>
          </p:nvPr>
        </p:nvSpPr>
        <p:spPr bwMode="auto"/>
        <p:txBody>
          <a:bodyPr/>
          <a:lstStyle/>
          <a:p>
            <a:pPr>
              <a:defRPr/>
            </a:pPr>
            <a:r>
              <a:rPr lang="en-US"/>
              <a:t>28-08-2025</a:t>
            </a:r>
            <a:endParaRPr lang="de-DE"/>
          </a:p>
        </p:txBody>
      </p:sp>
      <p:sp>
        <p:nvSpPr>
          <p:cNvPr id="1809697062" name="Slide Number Placeholder 4"/>
          <p:cNvSpPr>
            <a:spLocks noGrp="1"/>
          </p:cNvSpPr>
          <p:nvPr>
            <p:ph type="sldNum" sz="quarter" idx="12"/>
          </p:nvPr>
        </p:nvSpPr>
        <p:spPr bwMode="auto"/>
        <p:txBody>
          <a:bodyPr/>
          <a:lstStyle/>
          <a:p>
            <a:pPr>
              <a:defRPr/>
            </a:pPr>
            <a:fld id="{D022263E-7A51-4C1D-AD47-5C3A7D00C5FE}" type="slidenum">
              <a:rPr lang="de-DE"/>
              <a:t>11</a:t>
            </a:fld>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6449154" name="Title 1"/>
          <p:cNvSpPr>
            <a:spLocks noGrp="1"/>
          </p:cNvSpPr>
          <p:nvPr>
            <p:ph type="title"/>
          </p:nvPr>
        </p:nvSpPr>
        <p:spPr bwMode="auto"/>
        <p:txBody>
          <a:bodyPr/>
          <a:lstStyle/>
          <a:p>
            <a:pPr>
              <a:defRPr/>
            </a:pPr>
            <a:r>
              <a:rPr lang="en-US"/>
              <a:t>User flow diagram</a:t>
            </a:r>
            <a:endParaRPr/>
          </a:p>
        </p:txBody>
      </p:sp>
      <p:graphicFrame>
        <p:nvGraphicFramePr>
          <p:cNvPr id="1779206977" name="Content Placeholder 5"/>
          <p:cNvGraphicFramePr>
            <a:graphicFrameLocks xmlns:a="http://schemas.openxmlformats.org/drawingml/2006/main" noGrp="1"/>
          </p:cNvGraphicFramePr>
          <p:nvPr>
            <p:ph idx="1"/>
          </p:nvPr>
        </p:nvGraphicFramePr>
        <p:xfrm>
          <a:off x="370113" y="1825625"/>
          <a:ext cx="11451771" cy="4351338"/>
          <a:chOff x="0" y="0"/>
          <a:chExt cx="11451771" cy="4351338"/>
        </p:xfrm>
        <a:graphic>
          <a:graphicData uri="http://schemas.openxmlformats.org/drawingml/2006/diagram">
            <dgm:relIds xmlns:dgm="http://schemas.openxmlformats.org/drawingml/2006/diagram" xmlns:r="http://schemas.openxmlformats.org/officeDocument/2006/relationships" r:dm="rId4" r:lo="rId6" r:qs="rId7" r:cs="rId5"/>
          </a:graphicData>
        </a:graphic>
      </p:graphicFrame>
      <p:sp>
        <p:nvSpPr>
          <p:cNvPr id="1541976284" name="Date Placeholder 3"/>
          <p:cNvSpPr>
            <a:spLocks noGrp="1"/>
          </p:cNvSpPr>
          <p:nvPr>
            <p:ph type="dt" sz="half" idx="10"/>
          </p:nvPr>
        </p:nvSpPr>
        <p:spPr bwMode="auto"/>
        <p:txBody>
          <a:bodyPr/>
          <a:lstStyle/>
          <a:p>
            <a:pPr>
              <a:defRPr/>
            </a:pPr>
            <a:r>
              <a:rPr lang="en-US"/>
              <a:t>28-08-2025</a:t>
            </a:r>
            <a:endParaRPr lang="de-DE"/>
          </a:p>
        </p:txBody>
      </p:sp>
      <p:sp>
        <p:nvSpPr>
          <p:cNvPr id="1438419843" name="Slide Number Placeholder 4"/>
          <p:cNvSpPr>
            <a:spLocks noGrp="1"/>
          </p:cNvSpPr>
          <p:nvPr>
            <p:ph type="sldNum" sz="quarter" idx="12"/>
          </p:nvPr>
        </p:nvSpPr>
        <p:spPr bwMode="auto"/>
        <p:txBody>
          <a:bodyPr/>
          <a:lstStyle/>
          <a:p>
            <a:pPr>
              <a:defRPr/>
            </a:pPr>
            <a:fld id="{D022263E-7A51-4C1D-AD47-5C3A7D00C5FE}" type="slidenum">
              <a:rPr lang="de-DE"/>
              <a:t>12</a:t>
            </a:fld>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22188287" name="Title 1"/>
          <p:cNvSpPr>
            <a:spLocks noGrp="1"/>
          </p:cNvSpPr>
          <p:nvPr>
            <p:ph type="title"/>
          </p:nvPr>
        </p:nvSpPr>
        <p:spPr bwMode="auto"/>
        <p:txBody>
          <a:bodyPr/>
          <a:lstStyle/>
          <a:p>
            <a:pPr>
              <a:defRPr/>
            </a:pPr>
            <a:r>
              <a:rPr lang="en-US"/>
              <a:t>Latest Architecture</a:t>
            </a:r>
            <a:endParaRPr/>
          </a:p>
        </p:txBody>
      </p:sp>
      <p:sp>
        <p:nvSpPr>
          <p:cNvPr id="1968146220" name="Date Placeholder 3"/>
          <p:cNvSpPr>
            <a:spLocks noGrp="1"/>
          </p:cNvSpPr>
          <p:nvPr>
            <p:ph type="dt" sz="half" idx="10"/>
          </p:nvPr>
        </p:nvSpPr>
        <p:spPr bwMode="auto"/>
        <p:txBody>
          <a:bodyPr/>
          <a:lstStyle/>
          <a:p>
            <a:pPr>
              <a:defRPr/>
            </a:pPr>
            <a:r>
              <a:rPr lang="en-US"/>
              <a:t>28-08-2025</a:t>
            </a:r>
            <a:endParaRPr lang="de-DE"/>
          </a:p>
        </p:txBody>
      </p:sp>
      <p:sp>
        <p:nvSpPr>
          <p:cNvPr id="67428231" name="Slide Number Placeholder 4"/>
          <p:cNvSpPr>
            <a:spLocks noGrp="1"/>
          </p:cNvSpPr>
          <p:nvPr>
            <p:ph type="sldNum" sz="quarter" idx="12"/>
          </p:nvPr>
        </p:nvSpPr>
        <p:spPr bwMode="auto"/>
        <p:txBody>
          <a:bodyPr/>
          <a:lstStyle/>
          <a:p>
            <a:pPr>
              <a:defRPr/>
            </a:pPr>
            <a:fld id="{D022263E-7A51-4C1D-AD47-5C3A7D00C5FE}" type="slidenum">
              <a:rPr lang="de-DE"/>
              <a:t>13</a:t>
            </a:fld>
            <a:endParaRPr lang="de-DE"/>
          </a:p>
        </p:txBody>
      </p:sp>
      <p:pic>
        <p:nvPicPr>
          <p:cNvPr id="496921283" name="Picture 8"/>
          <p:cNvPicPr>
            <a:picLocks noChangeAspect="1" noChangeArrowheads="1" noGrp="1"/>
          </p:cNvPicPr>
          <p:nvPr>
            <p:ph idx="1"/>
          </p:nvPr>
        </p:nvPicPr>
        <p:blipFill>
          <a:blip r:embed="rId3"/>
          <a:stretch/>
        </p:blipFill>
        <p:spPr bwMode="auto">
          <a:xfrm>
            <a:off x="370113" y="2414104"/>
            <a:ext cx="11452225" cy="3174378"/>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635210" name="Title 1"/>
          <p:cNvSpPr>
            <a:spLocks noGrp="1"/>
          </p:cNvSpPr>
          <p:nvPr>
            <p:ph type="title"/>
          </p:nvPr>
        </p:nvSpPr>
        <p:spPr bwMode="auto"/>
        <p:txBody>
          <a:bodyPr/>
          <a:lstStyle/>
          <a:p>
            <a:pPr>
              <a:defRPr/>
            </a:pPr>
            <a:r>
              <a:rPr lang="en-US"/>
              <a:t>Next STEPS</a:t>
            </a:r>
            <a:endParaRPr/>
          </a:p>
        </p:txBody>
      </p:sp>
      <p:sp>
        <p:nvSpPr>
          <p:cNvPr id="637800363" name="Content Placeholder 2"/>
          <p:cNvSpPr>
            <a:spLocks noGrp="1"/>
          </p:cNvSpPr>
          <p:nvPr>
            <p:ph idx="1"/>
          </p:nvPr>
        </p:nvSpPr>
        <p:spPr bwMode="auto"/>
        <p:txBody>
          <a:bodyPr/>
          <a:lstStyle/>
          <a:p>
            <a:pPr>
              <a:defRPr/>
            </a:pPr>
            <a:r>
              <a:rPr lang="en-US"/>
              <a:t>AP1: Access the </a:t>
            </a:r>
            <a:r>
              <a:rPr lang="en-US"/>
              <a:t>gitlab</a:t>
            </a:r>
            <a:r>
              <a:rPr lang="en-US"/>
              <a:t> repo </a:t>
            </a:r>
            <a:r>
              <a:rPr/>
              <a:t>(</a:t>
            </a:r>
            <a:r>
              <a:rPr lang="en-US" sz="2400" b="0" i="0" u="none" strike="noStrike" cap="none" spc="0">
                <a:solidFill>
                  <a:schemeClr val="tx1"/>
                </a:solidFill>
                <a:latin typeface="Arial"/>
                <a:ea typeface="Arial"/>
                <a:cs typeface="Arial"/>
              </a:rPr>
              <a:t>t6.3-cti-sharing-ledger</a:t>
            </a:r>
            <a:r>
              <a:rPr/>
              <a:t>)</a:t>
            </a:r>
            <a:endParaRPr/>
          </a:p>
          <a:p>
            <a:pPr>
              <a:defRPr/>
            </a:pPr>
            <a:r>
              <a:rPr lang="en-US"/>
              <a:t>AP2: Commit F.E code implemented so far</a:t>
            </a:r>
            <a:endParaRPr/>
          </a:p>
          <a:p>
            <a:pPr>
              <a:defRPr/>
            </a:pPr>
            <a:r>
              <a:rPr lang="en-US"/>
              <a:t>AP3: B.E(</a:t>
            </a:r>
            <a:r>
              <a:rPr lang="en-US"/>
              <a:t>Logstail</a:t>
            </a:r>
            <a:r>
              <a:rPr lang="en-US"/>
              <a:t>) &amp; </a:t>
            </a:r>
            <a:r>
              <a:rPr lang="en-US"/>
              <a:t>Chaincode</a:t>
            </a:r>
            <a:r>
              <a:rPr lang="en-US"/>
              <a:t>(NTNU) Partners start with the development phase</a:t>
            </a:r>
            <a:endParaRPr/>
          </a:p>
        </p:txBody>
      </p:sp>
      <p:sp>
        <p:nvSpPr>
          <p:cNvPr id="1505832392" name="Date Placeholder 3"/>
          <p:cNvSpPr>
            <a:spLocks noGrp="1"/>
          </p:cNvSpPr>
          <p:nvPr>
            <p:ph type="dt" sz="half" idx="10"/>
          </p:nvPr>
        </p:nvSpPr>
        <p:spPr bwMode="auto"/>
        <p:txBody>
          <a:bodyPr/>
          <a:lstStyle/>
          <a:p>
            <a:pPr>
              <a:defRPr/>
            </a:pPr>
            <a:r>
              <a:rPr lang="en-US"/>
              <a:t>28-08-2025</a:t>
            </a:r>
            <a:endParaRPr lang="de-DE"/>
          </a:p>
        </p:txBody>
      </p:sp>
      <p:sp>
        <p:nvSpPr>
          <p:cNvPr id="88441302" name="Slide Number Placeholder 4"/>
          <p:cNvSpPr>
            <a:spLocks noGrp="1"/>
          </p:cNvSpPr>
          <p:nvPr>
            <p:ph type="sldNum" sz="quarter" idx="12"/>
          </p:nvPr>
        </p:nvSpPr>
        <p:spPr bwMode="auto"/>
        <p:txBody>
          <a:bodyPr/>
          <a:lstStyle/>
          <a:p>
            <a:pPr>
              <a:defRPr/>
            </a:pPr>
            <a:fld id="{D022263E-7A51-4C1D-AD47-5C3A7D00C5FE}" type="slidenum">
              <a:rPr lang="de-DE"/>
              <a:t>14</a:t>
            </a:fld>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onlyoffice/9.0.0.168</Application>
  <PresentationFormat>On-screen Show (4:3)</PresentationFormat>
  <Paragraphs>0</Paragraphs>
  <Slides>14</Slides>
  <Notes>14</Notes>
  <HiddenSlides>0</HiddenSlides>
  <MMClips>2</MMClips>
  <ScaleCrop>0</ScaleCrop>
  <HeadingPairs>
    <vt:vector size="4" baseType="variant">
      <vt:variant>
        <vt:lpstr>Theme</vt:lpstr>
      </vt:variant>
      <vt:variant>
        <vt:i4>1</vt:i4>
      </vt:variant>
      <vt:variant>
        <vt:lpstr>Slide Titles</vt:lpstr>
      </vt:variant>
      <vt:variant>
        <vt:i4>14</vt:i4>
      </vt:variant>
    </vt:vector>
  </HeadingPairs>
  <TitlesOfParts>
    <vt:vector size="1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Kostantinos Zinonos</dc:creator>
  <cp:lastModifiedBy>George Ziras</cp:lastModifiedBy>
  <cp:revision>2</cp:revision>
  <dcterms:created xsi:type="dcterms:W3CDTF">2025-07-03T11:43:13Z</dcterms:created>
  <dcterms:modified xsi:type="dcterms:W3CDTF">2025-08-29T08:09:30Z</dcterms:modified>
</cp:coreProperties>
</file>